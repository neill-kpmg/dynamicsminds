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7"/>
  </p:handoutMasterIdLst>
  <p:sldIdLst>
    <p:sldId id="280" r:id="rId5"/>
    <p:sldId id="276" r:id="rId6"/>
    <p:sldId id="286" r:id="rId7"/>
    <p:sldId id="277" r:id="rId8"/>
    <p:sldId id="284" r:id="rId9"/>
    <p:sldId id="301" r:id="rId10"/>
    <p:sldId id="302" r:id="rId11"/>
    <p:sldId id="303" r:id="rId12"/>
    <p:sldId id="279" r:id="rId13"/>
    <p:sldId id="300" r:id="rId14"/>
    <p:sldId id="283" r:id="rId15"/>
    <p:sldId id="298" r:id="rId16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GHT TEMPLATE SLIDES" id="{A1A75153-4830-F64A-8B95-AEB28448ED86}">
          <p14:sldIdLst>
            <p14:sldId id="280"/>
          </p14:sldIdLst>
        </p14:section>
        <p14:section name="COLOR TEMPLATE SLIDES" id="{309E532F-7394-2448-A93B-7AE2B9652425}">
          <p14:sldIdLst/>
        </p14:section>
        <p14:section name="EXAMPLE" id="{09130ACA-EDB7-DF4D-9937-E1518D4AC5FA}">
          <p14:sldIdLst>
            <p14:sldId id="276"/>
            <p14:sldId id="286"/>
            <p14:sldId id="277"/>
            <p14:sldId id="284"/>
            <p14:sldId id="301"/>
            <p14:sldId id="302"/>
            <p14:sldId id="303"/>
            <p14:sldId id="279"/>
            <p14:sldId id="300"/>
            <p14:sldId id="283"/>
          </p14:sldIdLst>
        </p14:section>
        <p14:section name="START AND END SLIDES" id="{17604F27-F6A3-C04A-9F56-798C91995481}">
          <p14:sldIdLst>
            <p14:sldId id="29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420"/>
    <a:srgbClr val="E39F2A"/>
    <a:srgbClr val="551114"/>
    <a:srgbClr val="000000"/>
    <a:srgbClr val="05A89F"/>
    <a:srgbClr val="85F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CD71E-E560-47E0-920F-8DC578D1A987}" v="65" dt="2026-05-23T13:43:26.091"/>
    <p1510:client id="{860B6AA0-1C0E-DA15-557F-BC373B4D40E5}" v="1" dt="2026-05-23T13:37:14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er124" userId="S::user124@zava910.onmicrosoft.com::9774fdc0-55fe-4c95-8623-5c619b45f48b" providerId="AD" clId="Web-{860B6AA0-1C0E-DA15-557F-BC373B4D40E5}"/>
    <pc:docChg chg="modSld">
      <pc:chgData name="User124" userId="S::user124@zava910.onmicrosoft.com::9774fdc0-55fe-4c95-8623-5c619b45f48b" providerId="AD" clId="Web-{860B6AA0-1C0E-DA15-557F-BC373B4D40E5}" dt="2026-05-23T13:37:14.854" v="0" actId="14100"/>
      <pc:docMkLst>
        <pc:docMk/>
      </pc:docMkLst>
      <pc:sldChg chg="modSp">
        <pc:chgData name="User124" userId="S::user124@zava910.onmicrosoft.com::9774fdc0-55fe-4c95-8623-5c619b45f48b" providerId="AD" clId="Web-{860B6AA0-1C0E-DA15-557F-BC373B4D40E5}" dt="2026-05-23T13:37:14.854" v="0" actId="14100"/>
        <pc:sldMkLst>
          <pc:docMk/>
          <pc:sldMk cId="2416112462" sldId="277"/>
        </pc:sldMkLst>
        <pc:spChg chg="mod">
          <ac:chgData name="User124" userId="S::user124@zava910.onmicrosoft.com::9774fdc0-55fe-4c95-8623-5c619b45f48b" providerId="AD" clId="Web-{860B6AA0-1C0E-DA15-557F-BC373B4D40E5}" dt="2026-05-23T13:37:14.854" v="0" actId="14100"/>
          <ac:spMkLst>
            <pc:docMk/>
            <pc:sldMk cId="2416112462" sldId="277"/>
            <ac:spMk id="5" creationId="{E8D9E2D2-8A7D-4BB7-BBB4-8F57CAD19134}"/>
          </ac:spMkLst>
        </pc:spChg>
      </pc:sldChg>
    </pc:docChg>
  </pc:docChgLst>
  <pc:docChgLst>
    <pc:chgData name="User124" userId="9774fdc0-55fe-4c95-8623-5c619b45f48b" providerId="ADAL" clId="{A54C66D6-844F-4E34-8C97-5A6E7A3EBEB1}"/>
    <pc:docChg chg="undo custSel modSld">
      <pc:chgData name="User124" userId="9774fdc0-55fe-4c95-8623-5c619b45f48b" providerId="ADAL" clId="{A54C66D6-844F-4E34-8C97-5A6E7A3EBEB1}" dt="2026-05-23T13:43:26.090" v="127" actId="27636"/>
      <pc:docMkLst>
        <pc:docMk/>
      </pc:docMkLst>
      <pc:sldChg chg="modSp mod">
        <pc:chgData name="User124" userId="9774fdc0-55fe-4c95-8623-5c619b45f48b" providerId="ADAL" clId="{A54C66D6-844F-4E34-8C97-5A6E7A3EBEB1}" dt="2026-05-23T13:39:38.458" v="39" actId="27636"/>
        <pc:sldMkLst>
          <pc:docMk/>
          <pc:sldMk cId="1523407596" sldId="276"/>
        </pc:sldMkLst>
        <pc:spChg chg="mod">
          <ac:chgData name="User124" userId="9774fdc0-55fe-4c95-8623-5c619b45f48b" providerId="ADAL" clId="{A54C66D6-844F-4E34-8C97-5A6E7A3EBEB1}" dt="2026-05-23T13:39:38.458" v="39" actId="27636"/>
          <ac:spMkLst>
            <pc:docMk/>
            <pc:sldMk cId="1523407596" sldId="276"/>
            <ac:spMk id="4" creationId="{229FF124-BF40-C22D-C7B1-03E1BADB8078}"/>
          </ac:spMkLst>
        </pc:spChg>
        <pc:spChg chg="mod">
          <ac:chgData name="User124" userId="9774fdc0-55fe-4c95-8623-5c619b45f48b" providerId="ADAL" clId="{A54C66D6-844F-4E34-8C97-5A6E7A3EBEB1}" dt="2026-05-23T13:39:38.447" v="38" actId="27636"/>
          <ac:spMkLst>
            <pc:docMk/>
            <pc:sldMk cId="1523407596" sldId="276"/>
            <ac:spMk id="5" creationId="{32FEAB8E-E7CC-25FB-E8B8-A85E1C5F56B8}"/>
          </ac:spMkLst>
        </pc:spChg>
      </pc:sldChg>
      <pc:sldChg chg="modSp mod">
        <pc:chgData name="User124" userId="9774fdc0-55fe-4c95-8623-5c619b45f48b" providerId="ADAL" clId="{A54C66D6-844F-4E34-8C97-5A6E7A3EBEB1}" dt="2026-05-23T13:43:14.058" v="125" actId="14100"/>
        <pc:sldMkLst>
          <pc:docMk/>
          <pc:sldMk cId="855350418" sldId="279"/>
        </pc:sldMkLst>
        <pc:spChg chg="mod">
          <ac:chgData name="User124" userId="9774fdc0-55fe-4c95-8623-5c619b45f48b" providerId="ADAL" clId="{A54C66D6-844F-4E34-8C97-5A6E7A3EBEB1}" dt="2026-05-23T13:43:14.058" v="125" actId="14100"/>
          <ac:spMkLst>
            <pc:docMk/>
            <pc:sldMk cId="855350418" sldId="279"/>
            <ac:spMk id="2" creationId="{0102F79F-4045-D0BE-2423-2F7489F55E6A}"/>
          </ac:spMkLst>
        </pc:spChg>
      </pc:sldChg>
      <pc:sldChg chg="modSp mod">
        <pc:chgData name="User124" userId="9774fdc0-55fe-4c95-8623-5c619b45f48b" providerId="ADAL" clId="{A54C66D6-844F-4E34-8C97-5A6E7A3EBEB1}" dt="2026-05-23T13:38:09.501" v="4" actId="27636"/>
        <pc:sldMkLst>
          <pc:docMk/>
          <pc:sldMk cId="679921378" sldId="284"/>
        </pc:sldMkLst>
        <pc:spChg chg="mod">
          <ac:chgData name="User124" userId="9774fdc0-55fe-4c95-8623-5c619b45f48b" providerId="ADAL" clId="{A54C66D6-844F-4E34-8C97-5A6E7A3EBEB1}" dt="2026-05-23T13:38:09.501" v="4" actId="27636"/>
          <ac:spMkLst>
            <pc:docMk/>
            <pc:sldMk cId="679921378" sldId="284"/>
            <ac:spMk id="5" creationId="{06CB036C-5962-6A87-B288-B3829B1AD79B}"/>
          </ac:spMkLst>
        </pc:spChg>
      </pc:sldChg>
      <pc:sldChg chg="modSp mod">
        <pc:chgData name="User124" userId="9774fdc0-55fe-4c95-8623-5c619b45f48b" providerId="ADAL" clId="{A54C66D6-844F-4E34-8C97-5A6E7A3EBEB1}" dt="2026-05-23T13:43:26.090" v="127" actId="27636"/>
        <pc:sldMkLst>
          <pc:docMk/>
          <pc:sldMk cId="2416112462" sldId="300"/>
        </pc:sldMkLst>
        <pc:spChg chg="mod">
          <ac:chgData name="User124" userId="9774fdc0-55fe-4c95-8623-5c619b45f48b" providerId="ADAL" clId="{A54C66D6-844F-4E34-8C97-5A6E7A3EBEB1}" dt="2026-05-23T13:43:26.090" v="127" actId="27636"/>
          <ac:spMkLst>
            <pc:docMk/>
            <pc:sldMk cId="2416112462" sldId="300"/>
            <ac:spMk id="5" creationId="{E8D9E2D2-8A7D-4BB7-BBB4-8F57CAD19134}"/>
          </ac:spMkLst>
        </pc:spChg>
      </pc:sldChg>
      <pc:sldChg chg="addSp delSp modSp mod">
        <pc:chgData name="User124" userId="9774fdc0-55fe-4c95-8623-5c619b45f48b" providerId="ADAL" clId="{A54C66D6-844F-4E34-8C97-5A6E7A3EBEB1}" dt="2026-05-23T13:42:47.062" v="124" actId="171"/>
        <pc:sldMkLst>
          <pc:docMk/>
          <pc:sldMk cId="0" sldId="301"/>
        </pc:sldMkLst>
        <pc:spChg chg="add mod">
          <ac:chgData name="User124" userId="9774fdc0-55fe-4c95-8623-5c619b45f48b" providerId="ADAL" clId="{A54C66D6-844F-4E34-8C97-5A6E7A3EBEB1}" dt="2026-05-23T13:42:19.856" v="114" actId="478"/>
          <ac:spMkLst>
            <pc:docMk/>
            <pc:sldMk cId="0" sldId="301"/>
            <ac:spMk id="3" creationId="{CB9ABF1D-40C0-D8A1-43A7-56F1542B56D2}"/>
          </ac:spMkLst>
        </pc:spChg>
        <pc:spChg chg="mod">
          <ac:chgData name="User124" userId="9774fdc0-55fe-4c95-8623-5c619b45f48b" providerId="ADAL" clId="{A54C66D6-844F-4E34-8C97-5A6E7A3EBEB1}" dt="2026-05-23T13:40:29.154" v="56" actId="403"/>
          <ac:spMkLst>
            <pc:docMk/>
            <pc:sldMk cId="0" sldId="301"/>
            <ac:spMk id="15" creationId="{00000000-0000-0000-0000-000000000000}"/>
          </ac:spMkLst>
        </pc:spChg>
        <pc:picChg chg="add mod ord">
          <ac:chgData name="User124" userId="9774fdc0-55fe-4c95-8623-5c619b45f48b" providerId="ADAL" clId="{A54C66D6-844F-4E34-8C97-5A6E7A3EBEB1}" dt="2026-05-23T13:42:47.062" v="124" actId="171"/>
          <ac:picMkLst>
            <pc:docMk/>
            <pc:sldMk cId="0" sldId="301"/>
            <ac:picMk id="4" creationId="{E5D343E2-D56F-A871-F616-A55667A0D900}"/>
          </ac:picMkLst>
        </pc:picChg>
        <pc:picChg chg="del">
          <ac:chgData name="User124" userId="9774fdc0-55fe-4c95-8623-5c619b45f48b" providerId="ADAL" clId="{A54C66D6-844F-4E34-8C97-5A6E7A3EBEB1}" dt="2026-05-23T13:42:19.856" v="114" actId="478"/>
          <ac:picMkLst>
            <pc:docMk/>
            <pc:sldMk cId="0" sldId="301"/>
            <ac:picMk id="14" creationId="{00000000-0000-0000-0000-000000000000}"/>
          </ac:picMkLst>
        </pc:picChg>
      </pc:sldChg>
      <pc:sldChg chg="addSp delSp modSp mod">
        <pc:chgData name="User124" userId="9774fdc0-55fe-4c95-8623-5c619b45f48b" providerId="ADAL" clId="{A54C66D6-844F-4E34-8C97-5A6E7A3EBEB1}" dt="2026-05-23T13:42:12.174" v="113" actId="1036"/>
        <pc:sldMkLst>
          <pc:docMk/>
          <pc:sldMk cId="0" sldId="302"/>
        </pc:sldMkLst>
        <pc:spChg chg="add mod">
          <ac:chgData name="User124" userId="9774fdc0-55fe-4c95-8623-5c619b45f48b" providerId="ADAL" clId="{A54C66D6-844F-4E34-8C97-5A6E7A3EBEB1}" dt="2026-05-23T13:41:38.534" v="108" actId="478"/>
          <ac:spMkLst>
            <pc:docMk/>
            <pc:sldMk cId="0" sldId="302"/>
            <ac:spMk id="3" creationId="{32B83552-8D56-4713-76E2-7C44B3A4FC6B}"/>
          </ac:spMkLst>
        </pc:spChg>
        <pc:spChg chg="mod">
          <ac:chgData name="User124" userId="9774fdc0-55fe-4c95-8623-5c619b45f48b" providerId="ADAL" clId="{A54C66D6-844F-4E34-8C97-5A6E7A3EBEB1}" dt="2026-05-23T13:40:36.401" v="58" actId="403"/>
          <ac:spMkLst>
            <pc:docMk/>
            <pc:sldMk cId="0" sldId="302"/>
            <ac:spMk id="15" creationId="{00000000-0000-0000-0000-000000000000}"/>
          </ac:spMkLst>
        </pc:spChg>
        <pc:picChg chg="add mod">
          <ac:chgData name="User124" userId="9774fdc0-55fe-4c95-8623-5c619b45f48b" providerId="ADAL" clId="{A54C66D6-844F-4E34-8C97-5A6E7A3EBEB1}" dt="2026-05-23T13:42:12.174" v="113" actId="1036"/>
          <ac:picMkLst>
            <pc:docMk/>
            <pc:sldMk cId="0" sldId="302"/>
            <ac:picMk id="4" creationId="{71BE9AFD-61AA-9C19-17A6-38B8E3C59130}"/>
          </ac:picMkLst>
        </pc:picChg>
        <pc:picChg chg="del">
          <ac:chgData name="User124" userId="9774fdc0-55fe-4c95-8623-5c619b45f48b" providerId="ADAL" clId="{A54C66D6-844F-4E34-8C97-5A6E7A3EBEB1}" dt="2026-05-23T13:41:38.534" v="108" actId="478"/>
          <ac:picMkLst>
            <pc:docMk/>
            <pc:sldMk cId="0" sldId="302"/>
            <ac:picMk id="14" creationId="{00000000-0000-0000-0000-000000000000}"/>
          </ac:picMkLst>
        </pc:picChg>
      </pc:sldChg>
      <pc:sldChg chg="addSp delSp modSp mod">
        <pc:chgData name="User124" userId="9774fdc0-55fe-4c95-8623-5c619b45f48b" providerId="ADAL" clId="{A54C66D6-844F-4E34-8C97-5A6E7A3EBEB1}" dt="2026-05-23T13:41:29.791" v="107" actId="1037"/>
        <pc:sldMkLst>
          <pc:docMk/>
          <pc:sldMk cId="0" sldId="303"/>
        </pc:sldMkLst>
        <pc:spChg chg="add mod">
          <ac:chgData name="User124" userId="9774fdc0-55fe-4c95-8623-5c619b45f48b" providerId="ADAL" clId="{A54C66D6-844F-4E34-8C97-5A6E7A3EBEB1}" dt="2026-05-23T13:41:07.289" v="67" actId="1076"/>
          <ac:spMkLst>
            <pc:docMk/>
            <pc:sldMk cId="0" sldId="303"/>
            <ac:spMk id="4" creationId="{B16263F8-B39C-2FDD-EDF6-4F33E95D7FCE}"/>
          </ac:spMkLst>
        </pc:spChg>
        <pc:spChg chg="mod">
          <ac:chgData name="User124" userId="9774fdc0-55fe-4c95-8623-5c619b45f48b" providerId="ADAL" clId="{A54C66D6-844F-4E34-8C97-5A6E7A3EBEB1}" dt="2026-05-23T13:40:40.914" v="60" actId="403"/>
          <ac:spMkLst>
            <pc:docMk/>
            <pc:sldMk cId="0" sldId="303"/>
            <ac:spMk id="15" creationId="{00000000-0000-0000-0000-000000000000}"/>
          </ac:spMkLst>
        </pc:spChg>
        <pc:picChg chg="add mod">
          <ac:chgData name="User124" userId="9774fdc0-55fe-4c95-8623-5c619b45f48b" providerId="ADAL" clId="{A54C66D6-844F-4E34-8C97-5A6E7A3EBEB1}" dt="2026-05-23T13:41:29.791" v="107" actId="1037"/>
          <ac:picMkLst>
            <pc:docMk/>
            <pc:sldMk cId="0" sldId="303"/>
            <ac:picMk id="2" creationId="{13426457-48FA-BDC2-9849-4DAE804E66B7}"/>
          </ac:picMkLst>
        </pc:picChg>
        <pc:picChg chg="del">
          <ac:chgData name="User124" userId="9774fdc0-55fe-4c95-8623-5c619b45f48b" providerId="ADAL" clId="{A54C66D6-844F-4E34-8C97-5A6E7A3EBEB1}" dt="2026-05-23T13:41:00.341" v="63" actId="478"/>
          <ac:picMkLst>
            <pc:docMk/>
            <pc:sldMk cId="0" sldId="303"/>
            <ac:picMk id="14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4B8BD5-38DB-AA23-3C35-DCC874B321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2A52E-716B-2CDF-C6A7-0E399ED9DE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40BCD-C288-C943-8938-EA8554747701}" type="datetimeFigureOut">
              <a:rPr lang="en-HR" smtClean="0"/>
              <a:t>05/23/2026</a:t>
            </a:fld>
            <a:endParaRPr lang="en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330EA-EC03-0070-849C-86D5E07FE2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48EE2-2123-4B66-F35B-8E2C968C6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BCB51-F38D-DC42-B70B-15EA67C14CED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87879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918054-D093-BA94-8373-D8E8B3AC6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and white text  AI-generated content may be incorrect.">
            <a:extLst>
              <a:ext uri="{FF2B5EF4-FFF2-40B4-BE49-F238E27FC236}">
                <a16:creationId xmlns:a16="http://schemas.microsoft.com/office/drawing/2014/main" id="{897C8413-AD67-F837-9759-3957D2DD0C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CEC3E4-A5BE-A7FE-C68A-82548630EF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064022" y="1928362"/>
            <a:ext cx="4276174" cy="431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431729-F0C0-01A1-7980-1DC2F6E2A3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 rot="587408">
            <a:off x="-398248" y="4717922"/>
            <a:ext cx="2882109" cy="28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1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6E6898-9F76-2B3B-2FB9-10CD76B6B7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5E1698-73AB-F988-0997-98ACA59C83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9E1255-6CBA-7F30-D271-A0BBC6ECF4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687226" y="802933"/>
            <a:ext cx="4276174" cy="431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83EB80-C65C-ED68-B032-74E4B8C624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 rot="587408">
            <a:off x="935251" y="4603622"/>
            <a:ext cx="2882109" cy="28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1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6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0210" y="1628373"/>
            <a:ext cx="3501190" cy="3527999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/>
          </a:p>
        </p:txBody>
      </p:sp>
      <p:pic>
        <p:nvPicPr>
          <p:cNvPr id="2" name="Picture 1" descr="A black and white text  AI-generated content may be incorrect.">
            <a:extLst>
              <a:ext uri="{FF2B5EF4-FFF2-40B4-BE49-F238E27FC236}">
                <a16:creationId xmlns:a16="http://schemas.microsoft.com/office/drawing/2014/main" id="{41D59BD3-E27C-7A3D-29E8-E2BBC5AFD6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0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15558" y="793141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204303A-B8B0-5CF8-76A7-5A494AD74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2202" y="3209743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/>
          </a:p>
        </p:txBody>
      </p:sp>
      <p:pic>
        <p:nvPicPr>
          <p:cNvPr id="5" name="Picture 4" descr="A black and white text  AI-generated content may be incorrect.">
            <a:extLst>
              <a:ext uri="{FF2B5EF4-FFF2-40B4-BE49-F238E27FC236}">
                <a16:creationId xmlns:a16="http://schemas.microsoft.com/office/drawing/2014/main" id="{8CA8AA22-BBCB-0DE0-A721-15A54D2D4B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0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0210" y="1628373"/>
            <a:ext cx="3501190" cy="3527999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C44EF-0249-1A4D-F511-6B9B93AEEB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79C09-E088-1F39-7434-9E0AED5B96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93557" y="4352313"/>
            <a:ext cx="2983637" cy="29836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A5CC2C-B3AD-1345-C1EC-DE4D5B8726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7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C7C056-0A1F-FF09-7E29-F5647A6F7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15558" y="793141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204303A-B8B0-5CF8-76A7-5A494AD74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2202" y="3209743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4838D-D715-94D5-1441-86AD370513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4E2409-CFFF-792C-1540-BC158F54E5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93557" y="4352313"/>
            <a:ext cx="2983637" cy="298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3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AA2048-002D-25D8-79B4-C91460FA89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Divider Title</a:t>
            </a:r>
            <a:endParaRPr lang="en-H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  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4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26" r="1626" b="325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Divider Title</a:t>
            </a:r>
            <a:endParaRPr lang="en-H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  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5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Divider Title</a:t>
            </a:r>
            <a:endParaRPr lang="en-H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82E7EE-15A0-CC3A-5D9B-6CB92FB257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52415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0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Divider Title</a:t>
            </a:r>
            <a:endParaRPr lang="en-H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CB36A6-17DD-9238-DAF4-BBFB6A01FD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3BC00D-4030-31F2-73A8-30D97F3D5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17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26" r="1626" b="325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  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15F2C3-9B13-EEA3-774A-C80A8156A6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GB"/>
              <a:t>Divider Title</a:t>
            </a:r>
            <a:endParaRPr lang="en-H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38D37A0-1C33-06B2-BB9A-59F926439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8375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GB"/>
              <a:t>Divider Title</a:t>
            </a:r>
            <a:endParaRPr lang="en-HR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0DB05E1-D5BA-ABB8-8E27-09F0C623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725A5-981E-0B3E-713B-452218E0E7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A8D3C3-93FC-8EE5-210E-BB315794D7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52415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9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Divider Title</a:t>
            </a:r>
            <a:endParaRPr lang="en-HR"/>
          </a:p>
        </p:txBody>
      </p:sp>
      <p:pic>
        <p:nvPicPr>
          <p:cNvPr id="3" name="Picture 2" descr="A black background with white text  Description automatically generated">
            <a:extLst>
              <a:ext uri="{FF2B5EF4-FFF2-40B4-BE49-F238E27FC236}">
                <a16:creationId xmlns:a16="http://schemas.microsoft.com/office/drawing/2014/main" id="{52DA24B3-F705-5043-A74B-F8B9EBCA87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0DB05E1-D5BA-ABB8-8E27-09F0C623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rgbClr val="FFC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D91323-3CDB-E347-7CBC-FA53C5EF40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044A39-7074-AF41-0235-E3577757D9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26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D07583-F491-E8B9-39E3-E5B85CDD7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310673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D07583-F491-E8B9-39E3-E5B85CDD7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02FDB8-CE7B-2752-3FB7-E9F361DFB6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782126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87672E26-063E-E2B7-1F0C-22CA95E3B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28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0D75AF-0B91-394C-3B63-726C1FF96B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87672E26-063E-E2B7-1F0C-22CA95E3B0B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7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426264-598F-20C4-808F-C656D745EC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  Description automatically generated">
            <a:extLst>
              <a:ext uri="{FF2B5EF4-FFF2-40B4-BE49-F238E27FC236}">
                <a16:creationId xmlns:a16="http://schemas.microsoft.com/office/drawing/2014/main" id="{2079A7A9-7A45-6EF1-44DD-58319C7452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674705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426264-598F-20C4-808F-C656D745EC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  Description automatically generated">
            <a:extLst>
              <a:ext uri="{FF2B5EF4-FFF2-40B4-BE49-F238E27FC236}">
                <a16:creationId xmlns:a16="http://schemas.microsoft.com/office/drawing/2014/main" id="{2079A7A9-7A45-6EF1-44DD-58319C7452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ECF0B-979F-8B5C-7A68-C80D71BF82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8990713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A21BA527-D9F0-D8CF-D62F-C436D520C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36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91FF0-2CE5-A04F-5BBD-E2BCBFB05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A21BA527-D9F0-D8CF-D62F-C436D520CB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07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9E0E4-FD49-FB18-D552-5FE0044153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background with white text  Description automatically generated">
            <a:extLst>
              <a:ext uri="{FF2B5EF4-FFF2-40B4-BE49-F238E27FC236}">
                <a16:creationId xmlns:a16="http://schemas.microsoft.com/office/drawing/2014/main" id="{B7FF8BA1-1273-072C-58D5-C1FB41B43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40519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9E0E4-FD49-FB18-D552-5FE0044153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background with white text  Description automatically generated">
            <a:extLst>
              <a:ext uri="{FF2B5EF4-FFF2-40B4-BE49-F238E27FC236}">
                <a16:creationId xmlns:a16="http://schemas.microsoft.com/office/drawing/2014/main" id="{B7FF8BA1-1273-072C-58D5-C1FB41B43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73358-EE4F-A635-8BD8-1173B81453C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33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2F95C8B9-902D-16C0-0A76-0A53453EA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712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2F95C8B9-902D-16C0-0A76-0A53453EA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D0D962-EA34-A3BE-11EC-4DC65EBA06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036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F5B540-EF9D-1F81-6EB8-88CBA5E1C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2A6F4A0E-1B68-0793-F26F-5DC1B1244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285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  Description automatically generated">
            <a:extLst>
              <a:ext uri="{FF2B5EF4-FFF2-40B4-BE49-F238E27FC236}">
                <a16:creationId xmlns:a16="http://schemas.microsoft.com/office/drawing/2014/main" id="{4011AC08-E37E-64E7-8C83-3AD1BF1F15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60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  Description automatically generated">
            <a:extLst>
              <a:ext uri="{FF2B5EF4-FFF2-40B4-BE49-F238E27FC236}">
                <a16:creationId xmlns:a16="http://schemas.microsoft.com/office/drawing/2014/main" id="{931D279F-1C05-73CF-04EB-DCAF5E24D3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60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24F393-B445-CF8B-AE81-AF2A35D34A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2" name="Picture 1" descr="A black background with white text  Description automatically generated">
            <a:extLst>
              <a:ext uri="{FF2B5EF4-FFF2-40B4-BE49-F238E27FC236}">
                <a16:creationId xmlns:a16="http://schemas.microsoft.com/office/drawing/2014/main" id="{93DFC41F-64FD-D50A-CAED-C544E49AE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336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er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24BD24-160A-9F0B-ADA9-30BF0A94A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4" name="Picture 3" descr="A black background with white text  Description automatically generated">
            <a:extLst>
              <a:ext uri="{FF2B5EF4-FFF2-40B4-BE49-F238E27FC236}">
                <a16:creationId xmlns:a16="http://schemas.microsoft.com/office/drawing/2014/main" id="{981F92DD-D2B6-E6A6-1591-66D47B1AE5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984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EAD028-E5A0-E470-5605-4ED813BDA0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  Description automatically generated">
            <a:extLst>
              <a:ext uri="{FF2B5EF4-FFF2-40B4-BE49-F238E27FC236}">
                <a16:creationId xmlns:a16="http://schemas.microsoft.com/office/drawing/2014/main" id="{8B31DB39-3499-42E0-2421-26D142D974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AE9B80-8AE5-4542-622A-696AF32F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708-4BE9-E141-3ADD-66F836325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227C5-155F-A2CF-427E-6E9E15035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18928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D7E83-0FBC-0CD9-2BD4-71E8E21140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  Description automatically generated">
            <a:extLst>
              <a:ext uri="{FF2B5EF4-FFF2-40B4-BE49-F238E27FC236}">
                <a16:creationId xmlns:a16="http://schemas.microsoft.com/office/drawing/2014/main" id="{B6B44B3B-CA0D-0A00-BC42-4629FC4C1A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BCC845-8486-3FED-0C37-384495F3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DE7B7-B550-2F31-5841-473907B49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65548-6158-3199-4DCC-1C862E163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1051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0A792786-C25E-C687-A4E6-70CCC5024A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4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6738F-884C-8F5C-8DE4-8E53B34C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6E910-C357-0D70-251E-39E141A62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36481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61" r:id="rId3"/>
    <p:sldLayoutId id="2147483664" r:id="rId4"/>
    <p:sldLayoutId id="2147483665" r:id="rId5"/>
    <p:sldLayoutId id="2147483678" r:id="rId6"/>
    <p:sldLayoutId id="2147483679" r:id="rId7"/>
    <p:sldLayoutId id="2147483662" r:id="rId8"/>
    <p:sldLayoutId id="2147483684" r:id="rId9"/>
    <p:sldLayoutId id="2147483688" r:id="rId10"/>
    <p:sldLayoutId id="2147483674" r:id="rId11"/>
    <p:sldLayoutId id="2147483686" r:id="rId12"/>
    <p:sldLayoutId id="2147483669" r:id="rId13"/>
    <p:sldLayoutId id="2147483675" r:id="rId14"/>
    <p:sldLayoutId id="2147483650" r:id="rId15"/>
    <p:sldLayoutId id="2147483667" r:id="rId16"/>
    <p:sldLayoutId id="2147483676" r:id="rId17"/>
    <p:sldLayoutId id="2147483668" r:id="rId18"/>
    <p:sldLayoutId id="2147483670" r:id="rId19"/>
    <p:sldLayoutId id="2147483652" r:id="rId20"/>
    <p:sldLayoutId id="2147483681" r:id="rId21"/>
    <p:sldLayoutId id="2147483671" r:id="rId22"/>
    <p:sldLayoutId id="2147483654" r:id="rId23"/>
    <p:sldLayoutId id="2147483672" r:id="rId24"/>
    <p:sldLayoutId id="2147483673" r:id="rId25"/>
    <p:sldLayoutId id="2147483677" r:id="rId26"/>
    <p:sldLayoutId id="2147483655" r:id="rId27"/>
    <p:sldLayoutId id="2147483666" r:id="rId28"/>
    <p:sldLayoutId id="2147483683" r:id="rId29"/>
    <p:sldLayoutId id="2147483663" r:id="rId30"/>
    <p:sldLayoutId id="2147483682" r:id="rId31"/>
    <p:sldLayoutId id="2147483656" r:id="rId32"/>
    <p:sldLayoutId id="2147483657" r:id="rId33"/>
    <p:sldLayoutId id="2147483689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DIN Mittelschrift" panose="0200050304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F552E-D940-4867-CFC0-B9ADA1F01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E4199F-E7C8-CC6C-CB83-1A98D11F4F32}"/>
              </a:ext>
            </a:extLst>
          </p:cNvPr>
          <p:cNvSpPr txBox="1"/>
          <p:nvPr/>
        </p:nvSpPr>
        <p:spPr>
          <a:xfrm>
            <a:off x="403234" y="2127984"/>
            <a:ext cx="64261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R" sz="5000" b="1">
                <a:solidFill>
                  <a:srgbClr val="000000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  <a:t>MISSION</a:t>
            </a:r>
            <a:br>
              <a:rPr lang="en-HR" sz="5000" b="1">
                <a:solidFill>
                  <a:srgbClr val="000000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</a:br>
            <a:r>
              <a:rPr lang="en-HR" sz="5000" b="1">
                <a:solidFill>
                  <a:srgbClr val="FFC000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  <a:t>FASTTRACK</a:t>
            </a:r>
          </a:p>
          <a:p>
            <a:r>
              <a:rPr lang="en-HR" sz="1800">
                <a:solidFill>
                  <a:srgbClr val="000000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  <a:t>Charting the Course to Recognised Solution Architect</a:t>
            </a:r>
          </a:p>
          <a:p>
            <a:r>
              <a:rPr lang="en-HR" sz="1400">
                <a:solidFill>
                  <a:srgbClr val="666666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  <a:t>Panel Discussion  |  DynamicsMinds 2026</a:t>
            </a:r>
          </a:p>
        </p:txBody>
      </p:sp>
    </p:spTree>
    <p:extLst>
      <p:ext uri="{BB962C8B-B14F-4D97-AF65-F5344CB8AC3E}">
        <p14:creationId xmlns:p14="http://schemas.microsoft.com/office/powerpoint/2010/main" val="257782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9FF124-BF40-C22D-C7B1-03E1BADB8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HR"/>
              <a:t>THE FTRSA </a:t>
            </a:r>
            <a:r>
              <a:rPr lang="en-HR">
                <a:solidFill>
                  <a:srgbClr val="FFC000"/>
                </a:solidFill>
              </a:rPr>
              <a:t>DESIGNATION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FEAB8E-E7CC-25FB-E8B8-A85E1C5F5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HR">
                <a:solidFill>
                  <a:schemeClr val="tx1"/>
                </a:solidFill>
              </a:rPr>
              <a:t>The pinnacle of Solution Architecture in Dynamics 365 Finance &amp; Operations. Not a technical certification — a recognition of holistic design leadership, customer impact, and delivery excellence. Only 54 architects worldwide hold this designation today.</a:t>
            </a:r>
          </a:p>
        </p:txBody>
      </p:sp>
    </p:spTree>
    <p:extLst>
      <p:ext uri="{BB962C8B-B14F-4D97-AF65-F5344CB8AC3E}">
        <p14:creationId xmlns:p14="http://schemas.microsoft.com/office/powerpoint/2010/main" val="152340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9C1281-CAE7-74DA-51A8-FC465AB27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93068" y="558800"/>
            <a:ext cx="8001000" cy="5685896"/>
          </a:xfrm>
        </p:spPr>
        <p:txBody>
          <a:bodyPr/>
          <a:lstStyle/>
          <a:p>
            <a:pPr marL="0" indent="0">
              <a:lnSpc>
                <a:spcPct val="180000"/>
              </a:lnSpc>
              <a:buNone/>
            </a:pPr>
            <a:r>
              <a:rPr lang="en-HR" sz="1600" b="1">
                <a:solidFill>
                  <a:srgbClr val="FFC000"/>
                </a:solidFill>
              </a:rPr>
              <a:t>01  </a:t>
            </a:r>
            <a:r>
              <a:rPr lang="en-HR" sz="1600" b="1"/>
              <a:t>Opening: FastTrack Engineering</a:t>
            </a:r>
          </a:p>
          <a:p>
            <a:pPr marL="457200" indent="0">
              <a:lnSpc>
                <a:spcPct val="160000"/>
              </a:lnSpc>
              <a:buNone/>
            </a:pPr>
            <a:r>
              <a:rPr lang="en-HR" sz="1400">
                <a:solidFill>
                  <a:srgbClr val="666666"/>
                </a:solidFill>
              </a:rPr>
              <a:t>Program foundations, nomination criteria, and what Microsoft looks for in top-tier D365FO Solution Architects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>
                <a:solidFill>
                  <a:srgbClr val="FFC000"/>
                </a:solidFill>
              </a:rPr>
              <a:t>02  </a:t>
            </a:r>
            <a:r>
              <a:rPr lang="en-HR" sz="1600" b="1"/>
              <a:t>Panel: Three FTRSA Journeys</a:t>
            </a:r>
          </a:p>
          <a:p>
            <a:pPr marL="457200" indent="0">
              <a:lnSpc>
                <a:spcPct val="160000"/>
              </a:lnSpc>
              <a:buNone/>
            </a:pPr>
            <a:r>
              <a:rPr lang="en-HR" sz="1400">
                <a:solidFill>
                  <a:srgbClr val="666666"/>
                </a:solidFill>
              </a:rPr>
              <a:t>Three partner panelists share pivotal customer moments, architectural patterns, and leadership behaviours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>
                <a:solidFill>
                  <a:srgbClr val="FFC000"/>
                </a:solidFill>
              </a:rPr>
              <a:t>03  </a:t>
            </a:r>
            <a:r>
              <a:rPr lang="en-HR" sz="1600" b="1"/>
              <a:t>Audience Q&amp;A</a:t>
            </a:r>
          </a:p>
          <a:p>
            <a:pPr marL="457200" indent="0">
              <a:lnSpc>
                <a:spcPct val="160000"/>
              </a:lnSpc>
              <a:buNone/>
            </a:pPr>
            <a:r>
              <a:rPr lang="en-HR" sz="1400">
                <a:solidFill>
                  <a:srgbClr val="666666"/>
                </a:solidFill>
              </a:rPr>
              <a:t>Your questions answered by the panel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91A25-56DB-839A-BAEB-E0D70BD30601}"/>
              </a:ext>
            </a:extLst>
          </p:cNvPr>
          <p:cNvSpPr/>
          <p:nvPr/>
        </p:nvSpPr>
        <p:spPr>
          <a:xfrm rot="5400000">
            <a:off x="-1697569" y="1697567"/>
            <a:ext cx="6858001" cy="34628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21BEB1-E5EC-6B8B-B040-58F78FB75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934" y="431800"/>
            <a:ext cx="3115734" cy="5993342"/>
          </a:xfrm>
        </p:spPr>
        <p:txBody>
          <a:bodyPr/>
          <a:lstStyle/>
          <a:p>
            <a:pPr marL="0" indent="0">
              <a:buNone/>
            </a:pPr>
            <a:r>
              <a:rPr lang="en-GB" b="1">
                <a:solidFill>
                  <a:srgbClr val="FFC000"/>
                </a:solidFill>
              </a:rPr>
              <a:t>SESSION</a:t>
            </a:r>
            <a:br>
              <a:rPr lang="en-GB" b="1">
                <a:solidFill>
                  <a:srgbClr val="FFC000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AGENDA</a:t>
            </a:r>
            <a:endParaRPr lang="en-HR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314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065423-0EB5-634C-8DDF-9FD980F6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b="1"/>
              <a:t>WHAT MICROSOFT </a:t>
            </a:r>
            <a:r>
              <a:rPr lang="en-HR" b="1">
                <a:solidFill>
                  <a:srgbClr val="FFC000"/>
                </a:solidFill>
              </a:rPr>
              <a:t>LOOKS FOR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D9E2D2-8A7D-4BB7-BBB4-8F57CAD19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430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HR" b="1">
                <a:solidFill>
                  <a:srgbClr val="FFC000"/>
                </a:solidFill>
              </a:rPr>
              <a:t>Solution Architecture Excellence</a:t>
            </a:r>
            <a:r>
              <a:rPr lang="en-HR"/>
              <a:t> — designing end-to-end solutions across complex D365FO transformations</a:t>
            </a:r>
          </a:p>
          <a:p>
            <a:pPr>
              <a:lnSpc>
                <a:spcPct val="150000"/>
              </a:lnSpc>
            </a:pPr>
            <a:r>
              <a:rPr lang="en-HR" b="1">
                <a:solidFill>
                  <a:srgbClr val="FFC000"/>
                </a:solidFill>
              </a:rPr>
              <a:t>Holistic Design Leadership</a:t>
            </a:r>
            <a:r>
              <a:rPr lang="en-HR"/>
              <a:t> — guiding teams, aligning stakeholders, and making trade-offs that serve the business</a:t>
            </a:r>
          </a:p>
          <a:p>
            <a:pPr>
              <a:lnSpc>
                <a:spcPct val="150000"/>
              </a:lnSpc>
            </a:pPr>
            <a:r>
              <a:rPr lang="en-HR" b="1">
                <a:solidFill>
                  <a:srgbClr val="FFC000"/>
                </a:solidFill>
              </a:rPr>
              <a:t>Customer Impact</a:t>
            </a:r>
            <a:r>
              <a:rPr lang="en-HR"/>
              <a:t> — demonstrated outcomes on real engagements, not theoretical knowledge</a:t>
            </a:r>
          </a:p>
          <a:p>
            <a:pPr>
              <a:lnSpc>
                <a:spcPct val="150000"/>
              </a:lnSpc>
            </a:pPr>
            <a:r>
              <a:rPr lang="en-HR" b="1">
                <a:solidFill>
                  <a:srgbClr val="FFC000"/>
                </a:solidFill>
              </a:rPr>
              <a:t>Delivery Excellence</a:t>
            </a:r>
            <a:r>
              <a:rPr lang="en-HR"/>
              <a:t> — a track record of delivering complex, multi-workload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2416112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AE141-A816-6031-FC0B-00A1449E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F9D6-325C-0C3B-D572-491A76B33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R"/>
              <a:t>MEET THE </a:t>
            </a:r>
            <a:r>
              <a:rPr lang="en-HR">
                <a:solidFill>
                  <a:srgbClr val="FFC000"/>
                </a:solidFill>
              </a:rPr>
              <a:t>PANEL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B036C-5962-6A87-B288-B3829B1A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800000"/>
            <a:ext cx="9144000" cy="2800000"/>
          </a:xfrm>
        </p:spPr>
        <p:txBody>
          <a:bodyPr numCol="2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HR" sz="1600" b="1">
                <a:solidFill>
                  <a:srgbClr val="FFC000"/>
                </a:solidFill>
              </a:rPr>
              <a:t>Tommy Skaue  |  Microsoft FastTrack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HR" sz="1400">
                <a:solidFill>
                  <a:srgbClr val="666666"/>
                </a:solidFill>
              </a:rPr>
              <a:t>Moderator — FastTrack Engineering</a:t>
            </a:r>
          </a:p>
          <a:p>
            <a:pPr marL="0" indent="0">
              <a:lnSpc>
                <a:spcPct val="180000"/>
              </a:lnSpc>
              <a:buNone/>
            </a:pPr>
            <a:endParaRPr lang="en-US" sz="1600" b="1">
              <a:solidFill>
                <a:srgbClr val="FFC000"/>
              </a:solidFill>
            </a:endParaRPr>
          </a:p>
          <a:p>
            <a:pPr marL="0" indent="0">
              <a:lnSpc>
                <a:spcPct val="180000"/>
              </a:lnSpc>
              <a:buNone/>
            </a:pPr>
            <a:endParaRPr lang="en-US" sz="1600" b="1"/>
          </a:p>
          <a:p>
            <a:pPr marL="0" indent="0">
              <a:lnSpc>
                <a:spcPct val="180000"/>
              </a:lnSpc>
              <a:buNone/>
            </a:pPr>
            <a:endParaRPr lang="en-US" sz="1600" b="1">
              <a:solidFill>
                <a:srgbClr val="FFC000"/>
              </a:solidFill>
            </a:endParaRP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>
                <a:solidFill>
                  <a:srgbClr val="FFC000"/>
                </a:solidFill>
              </a:rPr>
              <a:t>Neill Riordan  |  KPMG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HR" sz="1400">
                <a:solidFill>
                  <a:srgbClr val="666666"/>
                </a:solidFill>
              </a:rPr>
              <a:t>FastTrack Recognised Solution Architect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>
                <a:solidFill>
                  <a:srgbClr val="FFC000"/>
                </a:solidFill>
              </a:rPr>
              <a:t>Gustav Sundblad  |  Engage Group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HR" sz="1400">
                <a:solidFill>
                  <a:srgbClr val="666666"/>
                </a:solidFill>
              </a:rPr>
              <a:t>FastTrack Recognised Solution Architect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>
                <a:solidFill>
                  <a:srgbClr val="FFC000"/>
                </a:solidFill>
              </a:rPr>
              <a:t>Gertjan van der Linden  |  Avanade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HR" sz="1400">
                <a:solidFill>
                  <a:srgbClr val="666666"/>
                </a:solidFill>
              </a:rPr>
              <a:t>FastTrack Recognised Solution Architect</a:t>
            </a:r>
          </a:p>
        </p:txBody>
      </p:sp>
    </p:spTree>
    <p:extLst>
      <p:ext uri="{BB962C8B-B14F-4D97-AF65-F5344CB8AC3E}">
        <p14:creationId xmlns:p14="http://schemas.microsoft.com/office/powerpoint/2010/main" val="679921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98472" y="1900000"/>
            <a:ext cx="6426107" cy="22820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Director &amp; Executive Architect at KPMG, driving architectural excellence across high-complexity D365 programmes.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16 years with Dynamics 365,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10 years as a Solution Architect,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6 FastTrack engagements spanning financial services, retail, logistics, and telecommunications.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563" y="4300000"/>
            <a:ext cx="59067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500" b="1">
                <a:latin typeface="Bahnschrift" panose="020F0502020204030204" pitchFamily="34" charset="0"/>
                <a:cs typeface="Bahnschrift" panose="020F0502020204030204" pitchFamily="34" charset="0"/>
              </a:rPr>
              <a:t>NEILL RIORDAN</a:t>
            </a:r>
            <a:br>
              <a:rPr lang="en-GB" sz="2000" b="1">
                <a:solidFill>
                  <a:srgbClr val="FFC000"/>
                </a:solidFill>
                <a:latin typeface="Bahnschrift" panose="020F0502020204030204" pitchFamily="34" charset="0"/>
              </a:rPr>
            </a:br>
            <a:r>
              <a:rPr lang="en-GB" sz="2000" b="1">
                <a:solidFill>
                  <a:srgbClr val="FFC000"/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FastTrack Recognised Solution Architect | KPMG</a:t>
            </a:r>
          </a:p>
        </p:txBody>
      </p:sp>
      <p:pic>
        <p:nvPicPr>
          <p:cNvPr id="4" name="Picture 3" descr="Neill Riordan">
            <a:extLst>
              <a:ext uri="{FF2B5EF4-FFF2-40B4-BE49-F238E27FC236}">
                <a16:creationId xmlns:a16="http://schemas.microsoft.com/office/drawing/2014/main" id="{E5D343E2-D56F-A871-F616-A55667A0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210" y="1661993"/>
            <a:ext cx="3501190" cy="350119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9ABF1D-40C0-D8A1-43A7-56F1542B56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98472" y="1900000"/>
            <a:ext cx="64261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Technical Solution Architect at Engage Group, Sweden.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17 years with Dynamics 365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11 years as a Solution Architect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3 FastTrack engagements. Specialises in commerce, trade, and logistics — bridging business operations with ERP architecture to ensure solutions align with real-world needs.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563" y="4300000"/>
            <a:ext cx="59067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500" b="1">
                <a:latin typeface="Bahnschrift" panose="020F0502020204030204" pitchFamily="34" charset="0"/>
                <a:cs typeface="Bahnschrift" panose="020F0502020204030204" pitchFamily="34" charset="0"/>
              </a:rPr>
              <a:t>GUSTAV SUNDBLAD</a:t>
            </a:r>
            <a:br>
              <a:rPr lang="en-GB" sz="2000" b="1">
                <a:solidFill>
                  <a:srgbClr val="FFC000"/>
                </a:solidFill>
                <a:latin typeface="Bahnschrift" panose="020F0502020204030204" pitchFamily="34" charset="0"/>
              </a:rPr>
            </a:br>
            <a:r>
              <a:rPr lang="en-GB" sz="2000" b="1">
                <a:solidFill>
                  <a:srgbClr val="FFC000"/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FastTrack Recognised Solution Architect | Engage Group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83552-8D56-4713-76E2-7C44B3A4FC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Gustav Sundblad">
            <a:extLst>
              <a:ext uri="{FF2B5EF4-FFF2-40B4-BE49-F238E27FC236}">
                <a16:creationId xmlns:a16="http://schemas.microsoft.com/office/drawing/2014/main" id="{71BE9AFD-61AA-9C19-17A6-38B8E3C59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210" y="1635097"/>
            <a:ext cx="3501190" cy="3501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98472" y="1900000"/>
            <a:ext cx="64261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Leader of Avanade's Centre of Excellence — guiding architects and championing solutions that maximise platform capabilities while avoiding unnecessary customisations.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18 years with Dynamics 365 ERP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13 years as a Solution Architect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333333"/>
                </a:solidFill>
                <a:latin typeface="Bahnschrift" panose="020F0502020204030204" pitchFamily="34" charset="0"/>
              </a:rPr>
              <a:t>10 FastTrack engagements.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563" y="4300000"/>
            <a:ext cx="59067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500" b="1">
                <a:latin typeface="Bahnschrift" panose="020F0502020204030204" pitchFamily="34" charset="0"/>
                <a:cs typeface="Bahnschrift" panose="020F0502020204030204" pitchFamily="34" charset="0"/>
              </a:rPr>
              <a:t>GERTJAN VAN DER LINDEN</a:t>
            </a:r>
            <a:br>
              <a:rPr lang="en-GB" sz="2000" b="1">
                <a:solidFill>
                  <a:srgbClr val="FFC000"/>
                </a:solidFill>
                <a:latin typeface="Bahnschrift" panose="020F0502020204030204" pitchFamily="34" charset="0"/>
              </a:rPr>
            </a:br>
            <a:r>
              <a:rPr lang="en-GB" sz="2000" b="1">
                <a:solidFill>
                  <a:srgbClr val="FFC000"/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FastTrack Recognised Solution Architect | Avanade</a:t>
            </a:r>
          </a:p>
        </p:txBody>
      </p:sp>
      <p:pic>
        <p:nvPicPr>
          <p:cNvPr id="2" name="Picture 1" descr="Gertjan van der Linden">
            <a:extLst>
              <a:ext uri="{FF2B5EF4-FFF2-40B4-BE49-F238E27FC236}">
                <a16:creationId xmlns:a16="http://schemas.microsoft.com/office/drawing/2014/main" id="{13426457-48FA-BDC2-9849-4DAE804E6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786" y="1635097"/>
            <a:ext cx="3527998" cy="3527998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16263F8-B39C-2FDD-EDF6-4F33E95D7F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5580D-36F0-39BB-EA1A-6663C00B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7F8F6-E25A-29A3-C1E2-EAA987F5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b="1"/>
              <a:t>PANEL </a:t>
            </a:r>
            <a:r>
              <a:rPr lang="en-HR" b="1">
                <a:solidFill>
                  <a:srgbClr val="FFC000"/>
                </a:solidFill>
              </a:rPr>
              <a:t>DISCUSSION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B36C2A-CD39-8ED0-0419-3DEAAFFDE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00000" cy="410368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HR" b="1">
                <a:solidFill>
                  <a:srgbClr val="FFC000"/>
                </a:solidFill>
              </a:rPr>
              <a:t>Pivotal Customer Moments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HR" sz="1400"/>
              <a:t>The defining engagements that shaped each architect’s trajectory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HR" b="1">
                <a:solidFill>
                  <a:srgbClr val="FFC000"/>
                </a:solidFill>
              </a:rPr>
              <a:t>Architectural Patterns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HR" sz="1400"/>
              <a:t>Design approaches and decisions that set great solutions apart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02F79F-4045-D0BE-2423-2F7489F55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3434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HR" b="1">
                <a:solidFill>
                  <a:srgbClr val="FFC000"/>
                </a:solidFill>
              </a:rPr>
              <a:t>Leadership Behaviours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HR" sz="1400"/>
              <a:t>How recognised architects lead teams, influence outcomes, and drive alignment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HR" b="1">
                <a:solidFill>
                  <a:srgbClr val="FFC000"/>
                </a:solidFill>
              </a:rPr>
              <a:t>Milestones to Recognition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HR" sz="1400"/>
              <a:t>Key career moments that propelled each panelist toward FTRSA designation</a:t>
            </a:r>
          </a:p>
        </p:txBody>
      </p:sp>
    </p:spTree>
    <p:extLst>
      <p:ext uri="{BB962C8B-B14F-4D97-AF65-F5344CB8AC3E}">
        <p14:creationId xmlns:p14="http://schemas.microsoft.com/office/powerpoint/2010/main" val="855350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065423-0EB5-634C-8DDF-9FD980F6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b="1"/>
              <a:t>LEARNING </a:t>
            </a:r>
            <a:r>
              <a:rPr lang="en-HR" b="1">
                <a:solidFill>
                  <a:srgbClr val="FFC000"/>
                </a:solidFill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D9E2D2-8A7D-4BB7-BBB4-8F57CAD19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36206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HR"/>
              <a:t>Understand why the FTRSA designation focuses on </a:t>
            </a:r>
            <a:r>
              <a:rPr lang="en-HR" b="1">
                <a:solidFill>
                  <a:srgbClr val="FFC000"/>
                </a:solidFill>
              </a:rPr>
              <a:t>Solution Architecture excellence</a:t>
            </a:r>
            <a:r>
              <a:rPr lang="en-HR"/>
              <a:t>, not pure technical depth</a:t>
            </a:r>
          </a:p>
          <a:p>
            <a:pPr>
              <a:lnSpc>
                <a:spcPct val="170000"/>
              </a:lnSpc>
            </a:pPr>
            <a:r>
              <a:rPr lang="en-HR"/>
              <a:t>Learn the </a:t>
            </a:r>
            <a:r>
              <a:rPr lang="en-HR" b="1">
                <a:solidFill>
                  <a:srgbClr val="FFC000"/>
                </a:solidFill>
              </a:rPr>
              <a:t>nomination and evaluation criteria</a:t>
            </a:r>
            <a:r>
              <a:rPr lang="en-HR"/>
              <a:t> directly from the FastTrack team</a:t>
            </a:r>
          </a:p>
          <a:p>
            <a:pPr>
              <a:lnSpc>
                <a:spcPct val="170000"/>
              </a:lnSpc>
            </a:pPr>
            <a:r>
              <a:rPr lang="en-HR"/>
              <a:t>Hear three diverse, real-world journeys to achieving one of only </a:t>
            </a:r>
            <a:r>
              <a:rPr lang="en-HR" b="1">
                <a:solidFill>
                  <a:srgbClr val="FFC000"/>
                </a:solidFill>
              </a:rPr>
              <a:t>54 recognitions</a:t>
            </a:r>
            <a:r>
              <a:rPr lang="en-HR"/>
              <a:t> globally</a:t>
            </a:r>
          </a:p>
          <a:p>
            <a:pPr>
              <a:lnSpc>
                <a:spcPct val="170000"/>
              </a:lnSpc>
            </a:pPr>
            <a:r>
              <a:rPr lang="en-HR"/>
              <a:t>Gain practical guidance for strengthening </a:t>
            </a:r>
            <a:r>
              <a:rPr lang="en-HR" b="1">
                <a:solidFill>
                  <a:srgbClr val="FFC000"/>
                </a:solidFill>
              </a:rPr>
              <a:t>architectural thinking</a:t>
            </a:r>
            <a:r>
              <a:rPr lang="en-HR"/>
              <a:t>, leadership behaviours, and customer impact</a:t>
            </a:r>
          </a:p>
        </p:txBody>
      </p:sp>
    </p:spTree>
    <p:extLst>
      <p:ext uri="{BB962C8B-B14F-4D97-AF65-F5344CB8AC3E}">
        <p14:creationId xmlns:p14="http://schemas.microsoft.com/office/powerpoint/2010/main" val="2416112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3D95-9A0E-D150-8E61-BAC1A5AB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629F4-F150-681B-AE9E-6641AE3D8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88" y="2575931"/>
            <a:ext cx="9144000" cy="1023241"/>
          </a:xfrm>
        </p:spPr>
        <p:txBody>
          <a:bodyPr/>
          <a:lstStyle/>
          <a:p>
            <a:r>
              <a:rPr lang="en-HR"/>
              <a:t>KEY </a:t>
            </a:r>
            <a:r>
              <a:rPr lang="en-HR">
                <a:solidFill>
                  <a:srgbClr val="FFC000"/>
                </a:solidFill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088" y="3400000"/>
            <a:ext cx="9144000" cy="30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en-HR" sz="1600"/>
              <a:t>FTRSA is about </a:t>
            </a:r>
            <a:r>
              <a:rPr lang="en-HR" sz="1600" b="1">
                <a:solidFill>
                  <a:srgbClr val="FFC000"/>
                </a:solidFill>
              </a:rPr>
              <a:t>how you architect solutions</a:t>
            </a:r>
            <a:r>
              <a:rPr lang="en-HR" sz="1600"/>
              <a:t>, not how deeply you know the code</a:t>
            </a:r>
          </a:p>
          <a:p>
            <a:pPr>
              <a:lnSpc>
                <a:spcPct val="180000"/>
              </a:lnSpc>
            </a:pPr>
            <a:r>
              <a:rPr lang="en-HR" sz="1600"/>
              <a:t>Customer impact and delivery outcomes matter more than credentials</a:t>
            </a:r>
          </a:p>
          <a:p>
            <a:pPr>
              <a:lnSpc>
                <a:spcPct val="180000"/>
              </a:lnSpc>
            </a:pPr>
            <a:r>
              <a:rPr lang="en-HR" sz="1600"/>
              <a:t>There is no single path — every FTRSA journey is unique</a:t>
            </a:r>
          </a:p>
          <a:p>
            <a:pPr>
              <a:lnSpc>
                <a:spcPct val="180000"/>
              </a:lnSpc>
            </a:pPr>
            <a:r>
              <a:rPr lang="en-HR" sz="1600"/>
              <a:t>Start building your case today: lead, design holistically, and deliver for your customers</a:t>
            </a:r>
          </a:p>
        </p:txBody>
      </p:sp>
    </p:spTree>
    <p:extLst>
      <p:ext uri="{BB962C8B-B14F-4D97-AF65-F5344CB8AC3E}">
        <p14:creationId xmlns:p14="http://schemas.microsoft.com/office/powerpoint/2010/main" val="1594437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00EC5-4F7C-781F-FBC0-11858EDDAE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69000" y="2672598"/>
            <a:ext cx="5765800" cy="1325562"/>
          </a:xfrm>
        </p:spPr>
        <p:txBody>
          <a:bodyPr>
            <a:noAutofit/>
          </a:bodyPr>
          <a:lstStyle/>
          <a:p>
            <a:r>
              <a:rPr lang="en-HR" sz="6600" b="1" spc="600">
                <a:solidFill>
                  <a:srgbClr val="000000"/>
                </a:solidFill>
              </a:rPr>
              <a:t>THANK YOU!</a:t>
            </a:r>
          </a:p>
          <a:p>
            <a:r>
              <a:rPr lang="en-HR" sz="2400" b="1">
                <a:solidFill>
                  <a:srgbClr val="000000"/>
                </a:solidFill>
              </a:rPr>
              <a:t>Q&amp;A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4D9AA-28EB-DD6E-4181-D01ACF6000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2300" y="755650"/>
            <a:ext cx="5346700" cy="5346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9963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namicsMinds25_speaker template" id="{4D62A279-68C0-D845-8919-ABFEC135ADAC}" vid="{0C8B5561-8A62-0B4D-BDD5-A0ECA7EE69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389d9a-de23-44f7-b68d-8aeda9d70918">
      <Terms xmlns="http://schemas.microsoft.com/office/infopath/2007/PartnerControls"/>
    </lcf76f155ced4ddcb4097134ff3c332f>
    <TaxCatchAll xmlns="793b44b8-6629-42b0-8d6f-57790ce798ea" xsi:nil="true"/>
    <DocentricAXVersion xmlns="57389d9a-de23-44f7-b68d-8aeda9d7091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3A2CABFDE9434B888FE9FD3D9AC681" ma:contentTypeVersion="22" ma:contentTypeDescription="Create a new document." ma:contentTypeScope="" ma:versionID="9915a783b432bc0de7104a88b3e3715b">
  <xsd:schema xmlns:xsd="http://www.w3.org/2001/XMLSchema" xmlns:xs="http://www.w3.org/2001/XMLSchema" xmlns:p="http://schemas.microsoft.com/office/2006/metadata/properties" xmlns:ns2="57389d9a-de23-44f7-b68d-8aeda9d70918" xmlns:ns3="793b44b8-6629-42b0-8d6f-57790ce798ea" targetNamespace="http://schemas.microsoft.com/office/2006/metadata/properties" ma:root="true" ma:fieldsID="838d3f2a3243d13adc46cfa97c00e314" ns2:_="" ns3:_="">
    <xsd:import namespace="57389d9a-de23-44f7-b68d-8aeda9d70918"/>
    <xsd:import namespace="793b44b8-6629-42b0-8d6f-57790ce798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DocentricAXVersio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89d9a-de23-44f7-b68d-8aeda9d709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ocentricAXVersion" ma:index="19" nillable="true" ma:displayName="Docentric AX Version" ma:format="Dropdown" ma:internalName="DocentricAXVersion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54b9dce-221a-4eab-a3a3-6e3e5b25b9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b44b8-6629-42b0-8d6f-57790ce798e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3dbe39-6092-479f-938d-6ecd38679f76}" ma:internalName="TaxCatchAll" ma:showField="CatchAllData" ma:web="793b44b8-6629-42b0-8d6f-57790ce798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607807-FC04-49EB-81FA-734CE88EF0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9A0278-7D52-477D-A0DE-28BC56CE3D60}">
  <ds:schemaRefs>
    <ds:schemaRef ds:uri="57389d9a-de23-44f7-b68d-8aeda9d70918"/>
    <ds:schemaRef ds:uri="793b44b8-6629-42b0-8d6f-57790ce798e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906B598-CF7C-4E39-AA4F-BAEBFBE4947A}">
  <ds:schemaRefs>
    <ds:schemaRef ds:uri="57389d9a-de23-44f7-b68d-8aeda9d70918"/>
    <ds:schemaRef ds:uri="793b44b8-6629-42b0-8d6f-57790ce798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e622ef1a-ad6a-4bf2-a4b0-ea0f51cca6a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DynamicsMinds25_speaker template (2)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THE FTRSA DESIGNATION</vt:lpstr>
      <vt:lpstr>PowerPoint Presentation</vt:lpstr>
      <vt:lpstr>WHAT MICROSOFT LOOKS FOR</vt:lpstr>
      <vt:lpstr>MEET THE PANEL</vt:lpstr>
      <vt:lpstr>PowerPoint Presentation</vt:lpstr>
      <vt:lpstr>PowerPoint Presentation</vt:lpstr>
      <vt:lpstr>PowerPoint Presentation</vt:lpstr>
      <vt:lpstr>PANEL DISCUSSION TOPICS</vt:lpstr>
      <vt:lpstr>LEARNING OBJECTIVES</vt:lpstr>
      <vt:lpstr>KEY TAKEAWAYS</vt:lpstr>
      <vt:lpstr>THANK YOU!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Radomirović Maček</dc:creator>
  <cp:revision>1</cp:revision>
  <dcterms:created xsi:type="dcterms:W3CDTF">2024-11-19T16:48:26Z</dcterms:created>
  <dcterms:modified xsi:type="dcterms:W3CDTF">2026-05-23T13:43:44Z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0x0101001B3A2CABFDE9434B888FE9FD3D9AC681</vt:lpwstr>
  </property>
  <property fmtid="{D5CDD505-2E9C-101B-9397-08002B2CF9AE}" pid="3" name="MediaServiceImageTags">
    <vt:lpwstr/>
  </property>
</Properties>
</file>