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0" r:id="rId5"/>
  </p:sldMasterIdLst>
  <p:notesMasterIdLst>
    <p:notesMasterId r:id="rId20"/>
  </p:notesMasterIdLst>
  <p:sldIdLst>
    <p:sldId id="269" r:id="rId6"/>
    <p:sldId id="267" r:id="rId7"/>
    <p:sldId id="357" r:id="rId8"/>
    <p:sldId id="355" r:id="rId9"/>
    <p:sldId id="356" r:id="rId10"/>
    <p:sldId id="358" r:id="rId11"/>
    <p:sldId id="359" r:id="rId12"/>
    <p:sldId id="362" r:id="rId13"/>
    <p:sldId id="363" r:id="rId14"/>
    <p:sldId id="360" r:id="rId15"/>
    <p:sldId id="361" r:id="rId16"/>
    <p:sldId id="364" r:id="rId17"/>
    <p:sldId id="265" r:id="rId18"/>
    <p:sldId id="266" r:id="rId19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5D5D7-3C2A-4104-923E-55982B418AEB}" v="588" dt="2023-05-22T06:52:38.527"/>
    <p1510:client id="{66DDBAAB-3FD0-44F3-A20B-362FC3A7540A}" v="297" dt="2023-05-22T06:25:10.886"/>
    <p1510:client id="{76CB3ADE-E776-4D20-B4D8-87E12CAA239B}" v="22" dt="2023-05-22T06:18:51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evedo,  Jose" userId="S::jose.azevedo@kpmg.co.uk::92210181-964d-4644-b958-707adf8b77a2" providerId="AD" clId="Web-{76CB3ADE-E776-4D20-B4D8-87E12CAA239B}"/>
    <pc:docChg chg="modSld">
      <pc:chgData name="Azevedo,  Jose" userId="S::jose.azevedo@kpmg.co.uk::92210181-964d-4644-b958-707adf8b77a2" providerId="AD" clId="Web-{76CB3ADE-E776-4D20-B4D8-87E12CAA239B}" dt="2023-05-22T06:18:51.370" v="13"/>
      <pc:docMkLst>
        <pc:docMk/>
      </pc:docMkLst>
      <pc:sldChg chg="modSp">
        <pc:chgData name="Azevedo,  Jose" userId="S::jose.azevedo@kpmg.co.uk::92210181-964d-4644-b958-707adf8b77a2" providerId="AD" clId="Web-{76CB3ADE-E776-4D20-B4D8-87E12CAA239B}" dt="2023-05-22T06:16:28.679" v="12" actId="20577"/>
        <pc:sldMkLst>
          <pc:docMk/>
          <pc:sldMk cId="3466327404" sldId="357"/>
        </pc:sldMkLst>
        <pc:spChg chg="mod">
          <ac:chgData name="Azevedo,  Jose" userId="S::jose.azevedo@kpmg.co.uk::92210181-964d-4644-b958-707adf8b77a2" providerId="AD" clId="Web-{76CB3ADE-E776-4D20-B4D8-87E12CAA239B}" dt="2023-05-22T06:16:28.679" v="12" actId="20577"/>
          <ac:spMkLst>
            <pc:docMk/>
            <pc:sldMk cId="3466327404" sldId="357"/>
            <ac:spMk id="9" creationId="{2F2F7D05-0EA1-437D-A05E-6DB5AE0E56D8}"/>
          </ac:spMkLst>
        </pc:spChg>
      </pc:sldChg>
      <pc:sldChg chg="delSp">
        <pc:chgData name="Azevedo,  Jose" userId="S::jose.azevedo@kpmg.co.uk::92210181-964d-4644-b958-707adf8b77a2" providerId="AD" clId="Web-{76CB3ADE-E776-4D20-B4D8-87E12CAA239B}" dt="2023-05-22T06:18:51.370" v="13"/>
        <pc:sldMkLst>
          <pc:docMk/>
          <pc:sldMk cId="1417655197" sldId="361"/>
        </pc:sldMkLst>
        <pc:picChg chg="del">
          <ac:chgData name="Azevedo,  Jose" userId="S::jose.azevedo@kpmg.co.uk::92210181-964d-4644-b958-707adf8b77a2" providerId="AD" clId="Web-{76CB3ADE-E776-4D20-B4D8-87E12CAA239B}" dt="2023-05-22T06:18:51.370" v="13"/>
          <ac:picMkLst>
            <pc:docMk/>
            <pc:sldMk cId="1417655197" sldId="361"/>
            <ac:picMk id="5" creationId="{575D49EA-15ED-4BB1-9E34-510A84896355}"/>
          </ac:picMkLst>
        </pc:picChg>
      </pc:sldChg>
    </pc:docChg>
  </pc:docChgLst>
  <pc:docChgLst>
    <pc:chgData name="Riordan,  Neill" userId="5bb0e43f-d4a8-4255-a24e-76aa35a3fb2a" providerId="ADAL" clId="{66DDBAAB-3FD0-44F3-A20B-362FC3A7540A}"/>
    <pc:docChg chg="custSel modSld sldOrd">
      <pc:chgData name="Riordan,  Neill" userId="5bb0e43f-d4a8-4255-a24e-76aa35a3fb2a" providerId="ADAL" clId="{66DDBAAB-3FD0-44F3-A20B-362FC3A7540A}" dt="2023-05-22T06:25:10.886" v="296" actId="14100"/>
      <pc:docMkLst>
        <pc:docMk/>
      </pc:docMkLst>
      <pc:sldChg chg="modSp">
        <pc:chgData name="Riordan,  Neill" userId="5bb0e43f-d4a8-4255-a24e-76aa35a3fb2a" providerId="ADAL" clId="{66DDBAAB-3FD0-44F3-A20B-362FC3A7540A}" dt="2023-05-22T06:24:28.469" v="294" actId="20578"/>
        <pc:sldMkLst>
          <pc:docMk/>
          <pc:sldMk cId="3390583173" sldId="267"/>
        </pc:sldMkLst>
        <pc:spChg chg="mod">
          <ac:chgData name="Riordan,  Neill" userId="5bb0e43f-d4a8-4255-a24e-76aa35a3fb2a" providerId="ADAL" clId="{66DDBAAB-3FD0-44F3-A20B-362FC3A7540A}" dt="2023-05-22T06:24:28.469" v="294" actId="20578"/>
          <ac:spMkLst>
            <pc:docMk/>
            <pc:sldMk cId="3390583173" sldId="267"/>
            <ac:spMk id="3" creationId="{5A9E996E-A9E2-DF39-C8C2-5FF5B2D7FEA6}"/>
          </ac:spMkLst>
        </pc:spChg>
      </pc:sldChg>
      <pc:sldChg chg="ord">
        <pc:chgData name="Riordan,  Neill" userId="5bb0e43f-d4a8-4255-a24e-76aa35a3fb2a" providerId="ADAL" clId="{66DDBAAB-3FD0-44F3-A20B-362FC3A7540A}" dt="2023-05-22T06:24:23.660" v="293"/>
        <pc:sldMkLst>
          <pc:docMk/>
          <pc:sldMk cId="3466327404" sldId="357"/>
        </pc:sldMkLst>
      </pc:sldChg>
      <pc:sldChg chg="modSp mod">
        <pc:chgData name="Riordan,  Neill" userId="5bb0e43f-d4a8-4255-a24e-76aa35a3fb2a" providerId="ADAL" clId="{66DDBAAB-3FD0-44F3-A20B-362FC3A7540A}" dt="2023-05-22T06:17:25.061" v="122" actId="14100"/>
        <pc:sldMkLst>
          <pc:docMk/>
          <pc:sldMk cId="2761063875" sldId="358"/>
        </pc:sldMkLst>
        <pc:spChg chg="mod">
          <ac:chgData name="Riordan,  Neill" userId="5bb0e43f-d4a8-4255-a24e-76aa35a3fb2a" providerId="ADAL" clId="{66DDBAAB-3FD0-44F3-A20B-362FC3A7540A}" dt="2023-05-22T06:17:25.061" v="122" actId="14100"/>
          <ac:spMkLst>
            <pc:docMk/>
            <pc:sldMk cId="2761063875" sldId="358"/>
            <ac:spMk id="6" creationId="{0BFA2EB5-E599-416D-8EEB-67EF919DEAF4}"/>
          </ac:spMkLst>
        </pc:spChg>
      </pc:sldChg>
      <pc:sldChg chg="addSp delSp modSp mod">
        <pc:chgData name="Riordan,  Neill" userId="5bb0e43f-d4a8-4255-a24e-76aa35a3fb2a" providerId="ADAL" clId="{66DDBAAB-3FD0-44F3-A20B-362FC3A7540A}" dt="2023-05-22T06:21:19.734" v="264" actId="20577"/>
        <pc:sldMkLst>
          <pc:docMk/>
          <pc:sldMk cId="1345071213" sldId="359"/>
        </pc:sldMkLst>
        <pc:spChg chg="add mod">
          <ac:chgData name="Riordan,  Neill" userId="5bb0e43f-d4a8-4255-a24e-76aa35a3fb2a" providerId="ADAL" clId="{66DDBAAB-3FD0-44F3-A20B-362FC3A7540A}" dt="2023-05-22T06:21:19.734" v="264" actId="20577"/>
          <ac:spMkLst>
            <pc:docMk/>
            <pc:sldMk cId="1345071213" sldId="359"/>
            <ac:spMk id="4" creationId="{128ED522-0EA0-449A-8B18-CFFAEACBF838}"/>
          </ac:spMkLst>
        </pc:spChg>
        <pc:spChg chg="del">
          <ac:chgData name="Riordan,  Neill" userId="5bb0e43f-d4a8-4255-a24e-76aa35a3fb2a" providerId="ADAL" clId="{66DDBAAB-3FD0-44F3-A20B-362FC3A7540A}" dt="2023-05-22T06:18:26.985" v="151" actId="478"/>
          <ac:spMkLst>
            <pc:docMk/>
            <pc:sldMk cId="1345071213" sldId="359"/>
            <ac:spMk id="6" creationId="{0BFA2EB5-E599-416D-8EEB-67EF919DEAF4}"/>
          </ac:spMkLst>
        </pc:spChg>
        <pc:spChg chg="add mod">
          <ac:chgData name="Riordan,  Neill" userId="5bb0e43f-d4a8-4255-a24e-76aa35a3fb2a" providerId="ADAL" clId="{66DDBAAB-3FD0-44F3-A20B-362FC3A7540A}" dt="2023-05-22T06:20:05.912" v="198" actId="20577"/>
          <ac:spMkLst>
            <pc:docMk/>
            <pc:sldMk cId="1345071213" sldId="359"/>
            <ac:spMk id="7" creationId="{382967CD-745B-48D1-AFC2-BA016782A6A6}"/>
          </ac:spMkLst>
        </pc:spChg>
        <pc:spChg chg="add mod">
          <ac:chgData name="Riordan,  Neill" userId="5bb0e43f-d4a8-4255-a24e-76aa35a3fb2a" providerId="ADAL" clId="{66DDBAAB-3FD0-44F3-A20B-362FC3A7540A}" dt="2023-05-22T06:20:26.346" v="244" actId="20577"/>
          <ac:spMkLst>
            <pc:docMk/>
            <pc:sldMk cId="1345071213" sldId="359"/>
            <ac:spMk id="8" creationId="{86267AFD-96C1-4FB3-9F83-4456E96FD7EC}"/>
          </ac:spMkLst>
        </pc:spChg>
        <pc:graphicFrameChg chg="add mod modGraphic">
          <ac:chgData name="Riordan,  Neill" userId="5bb0e43f-d4a8-4255-a24e-76aa35a3fb2a" providerId="ADAL" clId="{66DDBAAB-3FD0-44F3-A20B-362FC3A7540A}" dt="2023-05-22T06:18:43.484" v="154" actId="2084"/>
          <ac:graphicFrameMkLst>
            <pc:docMk/>
            <pc:sldMk cId="1345071213" sldId="359"/>
            <ac:graphicFrameMk id="3" creationId="{064FCAC0-FF81-4201-9168-7472FD3D0DB6}"/>
          </ac:graphicFrameMkLst>
        </pc:graphicFrameChg>
      </pc:sldChg>
      <pc:sldChg chg="ord">
        <pc:chgData name="Riordan,  Neill" userId="5bb0e43f-d4a8-4255-a24e-76aa35a3fb2a" providerId="ADAL" clId="{66DDBAAB-3FD0-44F3-A20B-362FC3A7540A}" dt="2023-05-22T06:14:21.815" v="1"/>
        <pc:sldMkLst>
          <pc:docMk/>
          <pc:sldMk cId="2890820985" sldId="360"/>
        </pc:sldMkLst>
      </pc:sldChg>
      <pc:sldChg chg="ord">
        <pc:chgData name="Riordan,  Neill" userId="5bb0e43f-d4a8-4255-a24e-76aa35a3fb2a" providerId="ADAL" clId="{66DDBAAB-3FD0-44F3-A20B-362FC3A7540A}" dt="2023-05-22T06:14:21.815" v="1"/>
        <pc:sldMkLst>
          <pc:docMk/>
          <pc:sldMk cId="1417655197" sldId="361"/>
        </pc:sldMkLst>
      </pc:sldChg>
      <pc:sldChg chg="addSp delSp modSp mod modClrScheme chgLayout">
        <pc:chgData name="Riordan,  Neill" userId="5bb0e43f-d4a8-4255-a24e-76aa35a3fb2a" providerId="ADAL" clId="{66DDBAAB-3FD0-44F3-A20B-362FC3A7540A}" dt="2023-05-22T06:23:50.629" v="291" actId="207"/>
        <pc:sldMkLst>
          <pc:docMk/>
          <pc:sldMk cId="197160111" sldId="363"/>
        </pc:sldMkLst>
        <pc:spChg chg="mod ord">
          <ac:chgData name="Riordan,  Neill" userId="5bb0e43f-d4a8-4255-a24e-76aa35a3fb2a" providerId="ADAL" clId="{66DDBAAB-3FD0-44F3-A20B-362FC3A7540A}" dt="2023-05-22T06:22:32.003" v="266" actId="700"/>
          <ac:spMkLst>
            <pc:docMk/>
            <pc:sldMk cId="197160111" sldId="363"/>
            <ac:spMk id="2" creationId="{2439CEED-EB99-5CA1-6CD7-24292EF9655F}"/>
          </ac:spMkLst>
        </pc:spChg>
        <pc:spChg chg="add del mod ord">
          <ac:chgData name="Riordan,  Neill" userId="5bb0e43f-d4a8-4255-a24e-76aa35a3fb2a" providerId="ADAL" clId="{66DDBAAB-3FD0-44F3-A20B-362FC3A7540A}" dt="2023-05-22T06:22:41.326" v="267" actId="478"/>
          <ac:spMkLst>
            <pc:docMk/>
            <pc:sldMk cId="197160111" sldId="363"/>
            <ac:spMk id="3" creationId="{B892DF93-4272-4F5F-B697-F0E82E01BCD0}"/>
          </ac:spMkLst>
        </pc:spChg>
        <pc:spChg chg="mod">
          <ac:chgData name="Riordan,  Neill" userId="5bb0e43f-d4a8-4255-a24e-76aa35a3fb2a" providerId="ADAL" clId="{66DDBAAB-3FD0-44F3-A20B-362FC3A7540A}" dt="2023-05-22T06:23:50.629" v="291" actId="207"/>
          <ac:spMkLst>
            <pc:docMk/>
            <pc:sldMk cId="197160111" sldId="363"/>
            <ac:spMk id="52" creationId="{2E8FF21D-E2A9-497E-9BF1-9D664E0FFCDB}"/>
          </ac:spMkLst>
        </pc:spChg>
        <pc:spChg chg="mod">
          <ac:chgData name="Riordan,  Neill" userId="5bb0e43f-d4a8-4255-a24e-76aa35a3fb2a" providerId="ADAL" clId="{66DDBAAB-3FD0-44F3-A20B-362FC3A7540A}" dt="2023-05-22T06:23:47.261" v="290" actId="207"/>
          <ac:spMkLst>
            <pc:docMk/>
            <pc:sldMk cId="197160111" sldId="363"/>
            <ac:spMk id="54" creationId="{CB272473-06EC-4324-848C-1186437B1194}"/>
          </ac:spMkLst>
        </pc:spChg>
        <pc:spChg chg="mod">
          <ac:chgData name="Riordan,  Neill" userId="5bb0e43f-d4a8-4255-a24e-76aa35a3fb2a" providerId="ADAL" clId="{66DDBAAB-3FD0-44F3-A20B-362FC3A7540A}" dt="2023-05-22T06:23:42.070" v="289" actId="207"/>
          <ac:spMkLst>
            <pc:docMk/>
            <pc:sldMk cId="197160111" sldId="363"/>
            <ac:spMk id="56" creationId="{53EE7E12-E5ED-408E-862C-944C6016A49E}"/>
          </ac:spMkLst>
        </pc:spChg>
        <pc:spChg chg="mod">
          <ac:chgData name="Riordan,  Neill" userId="5bb0e43f-d4a8-4255-a24e-76aa35a3fb2a" providerId="ADAL" clId="{66DDBAAB-3FD0-44F3-A20B-362FC3A7540A}" dt="2023-05-22T06:22:46.963" v="268" actId="207"/>
          <ac:spMkLst>
            <pc:docMk/>
            <pc:sldMk cId="197160111" sldId="363"/>
            <ac:spMk id="61" creationId="{0C218296-DA1F-4CD9-80DF-A534FC7DFDD6}"/>
          </ac:spMkLst>
        </pc:spChg>
        <pc:spChg chg="mod">
          <ac:chgData name="Riordan,  Neill" userId="5bb0e43f-d4a8-4255-a24e-76aa35a3fb2a" providerId="ADAL" clId="{66DDBAAB-3FD0-44F3-A20B-362FC3A7540A}" dt="2023-05-22T06:22:50.802" v="269" actId="207"/>
          <ac:spMkLst>
            <pc:docMk/>
            <pc:sldMk cId="197160111" sldId="363"/>
            <ac:spMk id="64" creationId="{0E5A4D23-9D13-4926-B48F-D2FAA6096B6A}"/>
          </ac:spMkLst>
        </pc:spChg>
        <pc:spChg chg="mod">
          <ac:chgData name="Riordan,  Neill" userId="5bb0e43f-d4a8-4255-a24e-76aa35a3fb2a" providerId="ADAL" clId="{66DDBAAB-3FD0-44F3-A20B-362FC3A7540A}" dt="2023-05-22T06:22:54.723" v="270" actId="207"/>
          <ac:spMkLst>
            <pc:docMk/>
            <pc:sldMk cId="197160111" sldId="363"/>
            <ac:spMk id="67" creationId="{06692E08-7B03-4CD9-BF9C-680CFA1FF097}"/>
          </ac:spMkLst>
        </pc:spChg>
        <pc:spChg chg="mod">
          <ac:chgData name="Riordan,  Neill" userId="5bb0e43f-d4a8-4255-a24e-76aa35a3fb2a" providerId="ADAL" clId="{66DDBAAB-3FD0-44F3-A20B-362FC3A7540A}" dt="2023-05-22T06:23:01.038" v="272" actId="207"/>
          <ac:spMkLst>
            <pc:docMk/>
            <pc:sldMk cId="197160111" sldId="363"/>
            <ac:spMk id="72" creationId="{31734232-0D86-4610-BCCC-D0B2EBB2E989}"/>
          </ac:spMkLst>
        </pc:spChg>
        <pc:spChg chg="mod">
          <ac:chgData name="Riordan,  Neill" userId="5bb0e43f-d4a8-4255-a24e-76aa35a3fb2a" providerId="ADAL" clId="{66DDBAAB-3FD0-44F3-A20B-362FC3A7540A}" dt="2023-05-22T06:22:57.899" v="271" actId="207"/>
          <ac:spMkLst>
            <pc:docMk/>
            <pc:sldMk cId="197160111" sldId="363"/>
            <ac:spMk id="74" creationId="{C66ECBFA-69A0-4319-B26E-5240CA11C197}"/>
          </ac:spMkLst>
        </pc:spChg>
      </pc:sldChg>
      <pc:sldChg chg="modSp mod">
        <pc:chgData name="Riordan,  Neill" userId="5bb0e43f-d4a8-4255-a24e-76aa35a3fb2a" providerId="ADAL" clId="{66DDBAAB-3FD0-44F3-A20B-362FC3A7540A}" dt="2023-05-22T06:25:10.886" v="296" actId="14100"/>
        <pc:sldMkLst>
          <pc:docMk/>
          <pc:sldMk cId="512882234" sldId="364"/>
        </pc:sldMkLst>
        <pc:spChg chg="mod">
          <ac:chgData name="Riordan,  Neill" userId="5bb0e43f-d4a8-4255-a24e-76aa35a3fb2a" providerId="ADAL" clId="{66DDBAAB-3FD0-44F3-A20B-362FC3A7540A}" dt="2023-05-22T06:25:10.886" v="296" actId="14100"/>
          <ac:spMkLst>
            <pc:docMk/>
            <pc:sldMk cId="512882234" sldId="364"/>
            <ac:spMk id="3" creationId="{786B9758-9CA9-48A8-95E0-0FF2AC85DA0B}"/>
          </ac:spMkLst>
        </pc:spChg>
      </pc:sldChg>
    </pc:docChg>
  </pc:docChgLst>
  <pc:docChgLst>
    <pc:chgData name="Azevedo,  Jose" userId="92210181-964d-4644-b958-707adf8b77a2" providerId="ADAL" clId="{4B25D5D7-3C2A-4104-923E-55982B418AEB}"/>
    <pc:docChg chg="undo redo custSel modSld">
      <pc:chgData name="Azevedo,  Jose" userId="92210181-964d-4644-b958-707adf8b77a2" providerId="ADAL" clId="{4B25D5D7-3C2A-4104-923E-55982B418AEB}" dt="2023-05-22T06:52:38.525" v="581" actId="20578"/>
      <pc:docMkLst>
        <pc:docMk/>
      </pc:docMkLst>
      <pc:sldChg chg="modSp mod">
        <pc:chgData name="Azevedo,  Jose" userId="92210181-964d-4644-b958-707adf8b77a2" providerId="ADAL" clId="{4B25D5D7-3C2A-4104-923E-55982B418AEB}" dt="2023-05-22T06:45:05.119" v="485"/>
        <pc:sldMkLst>
          <pc:docMk/>
          <pc:sldMk cId="1182189475" sldId="266"/>
        </pc:sldMkLst>
        <pc:spChg chg="mod">
          <ac:chgData name="Azevedo,  Jose" userId="92210181-964d-4644-b958-707adf8b77a2" providerId="ADAL" clId="{4B25D5D7-3C2A-4104-923E-55982B418AEB}" dt="2023-05-22T06:45:05.119" v="485"/>
          <ac:spMkLst>
            <pc:docMk/>
            <pc:sldMk cId="1182189475" sldId="266"/>
            <ac:spMk id="4" creationId="{900E251B-2F34-C82F-E492-1740EF6975D4}"/>
          </ac:spMkLst>
        </pc:spChg>
      </pc:sldChg>
      <pc:sldChg chg="modSp mod">
        <pc:chgData name="Azevedo,  Jose" userId="92210181-964d-4644-b958-707adf8b77a2" providerId="ADAL" clId="{4B25D5D7-3C2A-4104-923E-55982B418AEB}" dt="2023-05-22T06:25:39.677" v="68" actId="1076"/>
        <pc:sldMkLst>
          <pc:docMk/>
          <pc:sldMk cId="44334141" sldId="269"/>
        </pc:sldMkLst>
        <pc:spChg chg="mod">
          <ac:chgData name="Azevedo,  Jose" userId="92210181-964d-4644-b958-707adf8b77a2" providerId="ADAL" clId="{4B25D5D7-3C2A-4104-923E-55982B418AEB}" dt="2023-05-22T06:25:32.811" v="67" actId="1076"/>
          <ac:spMkLst>
            <pc:docMk/>
            <pc:sldMk cId="44334141" sldId="269"/>
            <ac:spMk id="2" creationId="{BEF4CDD3-8E44-FA1C-3C73-8F40DAD2F372}"/>
          </ac:spMkLst>
        </pc:spChg>
        <pc:spChg chg="mod">
          <ac:chgData name="Azevedo,  Jose" userId="92210181-964d-4644-b958-707adf8b77a2" providerId="ADAL" clId="{4B25D5D7-3C2A-4104-923E-55982B418AEB}" dt="2023-05-22T06:25:39.677" v="68" actId="1076"/>
          <ac:spMkLst>
            <pc:docMk/>
            <pc:sldMk cId="44334141" sldId="269"/>
            <ac:spMk id="3" creationId="{2DA19440-95D5-C630-E9E8-6449F3637584}"/>
          </ac:spMkLst>
        </pc:spChg>
        <pc:spChg chg="mod">
          <ac:chgData name="Azevedo,  Jose" userId="92210181-964d-4644-b958-707adf8b77a2" providerId="ADAL" clId="{4B25D5D7-3C2A-4104-923E-55982B418AEB}" dt="2023-05-22T06:25:32.811" v="67" actId="1076"/>
          <ac:spMkLst>
            <pc:docMk/>
            <pc:sldMk cId="44334141" sldId="269"/>
            <ac:spMk id="4" creationId="{8F47F9F3-F76A-2392-DF11-DC897E5DD4BF}"/>
          </ac:spMkLst>
        </pc:spChg>
        <pc:spChg chg="mod">
          <ac:chgData name="Azevedo,  Jose" userId="92210181-964d-4644-b958-707adf8b77a2" providerId="ADAL" clId="{4B25D5D7-3C2A-4104-923E-55982B418AEB}" dt="2023-05-22T06:25:32.811" v="67" actId="1076"/>
          <ac:spMkLst>
            <pc:docMk/>
            <pc:sldMk cId="44334141" sldId="269"/>
            <ac:spMk id="6" creationId="{088D9B8D-1473-DD62-EA8E-19885810874A}"/>
          </ac:spMkLst>
        </pc:spChg>
        <pc:spChg chg="mod">
          <ac:chgData name="Azevedo,  Jose" userId="92210181-964d-4644-b958-707adf8b77a2" providerId="ADAL" clId="{4B25D5D7-3C2A-4104-923E-55982B418AEB}" dt="2023-05-22T06:25:39.677" v="68" actId="1076"/>
          <ac:spMkLst>
            <pc:docMk/>
            <pc:sldMk cId="44334141" sldId="269"/>
            <ac:spMk id="7" creationId="{A882EB53-5CA0-9FE5-8B72-63F131D88BAD}"/>
          </ac:spMkLst>
        </pc:spChg>
        <pc:spChg chg="mod">
          <ac:chgData name="Azevedo,  Jose" userId="92210181-964d-4644-b958-707adf8b77a2" providerId="ADAL" clId="{4B25D5D7-3C2A-4104-923E-55982B418AEB}" dt="2023-05-22T06:25:39.677" v="68" actId="1076"/>
          <ac:spMkLst>
            <pc:docMk/>
            <pc:sldMk cId="44334141" sldId="269"/>
            <ac:spMk id="8" creationId="{25FD40DD-BF23-5D7F-38B8-CD6FFF0C0F77}"/>
          </ac:spMkLst>
        </pc:spChg>
      </pc:sldChg>
      <pc:sldChg chg="addSp modSp mod">
        <pc:chgData name="Azevedo,  Jose" userId="92210181-964d-4644-b958-707adf8b77a2" providerId="ADAL" clId="{4B25D5D7-3C2A-4104-923E-55982B418AEB}" dt="2023-05-22T06:45:41.830" v="488" actId="1076"/>
        <pc:sldMkLst>
          <pc:docMk/>
          <pc:sldMk cId="1075577469" sldId="355"/>
        </pc:sldMkLst>
        <pc:spChg chg="add mod">
          <ac:chgData name="Azevedo,  Jose" userId="92210181-964d-4644-b958-707adf8b77a2" providerId="ADAL" clId="{4B25D5D7-3C2A-4104-923E-55982B418AEB}" dt="2023-05-22T06:45:41.830" v="488" actId="1076"/>
          <ac:spMkLst>
            <pc:docMk/>
            <pc:sldMk cId="1075577469" sldId="355"/>
            <ac:spMk id="39" creationId="{EF4A4253-5AFA-4FED-886E-7E2056422733}"/>
          </ac:spMkLst>
        </pc:spChg>
      </pc:sldChg>
      <pc:sldChg chg="addSp modSp mod">
        <pc:chgData name="Azevedo,  Jose" userId="92210181-964d-4644-b958-707adf8b77a2" providerId="ADAL" clId="{4B25D5D7-3C2A-4104-923E-55982B418AEB}" dt="2023-05-22T06:46:01.668" v="493" actId="1076"/>
        <pc:sldMkLst>
          <pc:docMk/>
          <pc:sldMk cId="2147118686" sldId="356"/>
        </pc:sldMkLst>
        <pc:spChg chg="add mod">
          <ac:chgData name="Azevedo,  Jose" userId="92210181-964d-4644-b958-707adf8b77a2" providerId="ADAL" clId="{4B25D5D7-3C2A-4104-923E-55982B418AEB}" dt="2023-05-22T06:46:01.668" v="493" actId="1076"/>
          <ac:spMkLst>
            <pc:docMk/>
            <pc:sldMk cId="2147118686" sldId="356"/>
            <ac:spMk id="54" creationId="{9DB06CE6-BA68-45C7-A51D-798897ACB212}"/>
          </ac:spMkLst>
        </pc:spChg>
      </pc:sldChg>
      <pc:sldChg chg="addSp delSp modSp mod">
        <pc:chgData name="Azevedo,  Jose" userId="92210181-964d-4644-b958-707adf8b77a2" providerId="ADAL" clId="{4B25D5D7-3C2A-4104-923E-55982B418AEB}" dt="2023-05-22T06:22:33.227" v="10" actId="1076"/>
        <pc:sldMkLst>
          <pc:docMk/>
          <pc:sldMk cId="1417655197" sldId="361"/>
        </pc:sldMkLst>
        <pc:picChg chg="add del mod">
          <ac:chgData name="Azevedo,  Jose" userId="92210181-964d-4644-b958-707adf8b77a2" providerId="ADAL" clId="{4B25D5D7-3C2A-4104-923E-55982B418AEB}" dt="2023-05-22T06:20:39.519" v="4" actId="478"/>
          <ac:picMkLst>
            <pc:docMk/>
            <pc:sldMk cId="1417655197" sldId="361"/>
            <ac:picMk id="4" creationId="{2C704D23-01D2-414A-98C8-5702B4B5798B}"/>
          </ac:picMkLst>
        </pc:picChg>
        <pc:picChg chg="add mod">
          <ac:chgData name="Azevedo,  Jose" userId="92210181-964d-4644-b958-707adf8b77a2" providerId="ADAL" clId="{4B25D5D7-3C2A-4104-923E-55982B418AEB}" dt="2023-05-22T06:22:33.227" v="10" actId="1076"/>
          <ac:picMkLst>
            <pc:docMk/>
            <pc:sldMk cId="1417655197" sldId="361"/>
            <ac:picMk id="6" creationId="{073E75DC-31AF-4E6C-AE7D-A14FE62ECBF6}"/>
          </ac:picMkLst>
        </pc:picChg>
      </pc:sldChg>
      <pc:sldChg chg="addSp modSp mod">
        <pc:chgData name="Azevedo,  Jose" userId="92210181-964d-4644-b958-707adf8b77a2" providerId="ADAL" clId="{4B25D5D7-3C2A-4104-923E-55982B418AEB}" dt="2023-05-22T06:52:38.525" v="581" actId="20578"/>
        <pc:sldMkLst>
          <pc:docMk/>
          <pc:sldMk cId="512882234" sldId="364"/>
        </pc:sldMkLst>
        <pc:spChg chg="add mod">
          <ac:chgData name="Azevedo,  Jose" userId="92210181-964d-4644-b958-707adf8b77a2" providerId="ADAL" clId="{4B25D5D7-3C2A-4104-923E-55982B418AEB}" dt="2023-05-22T06:52:38.525" v="581" actId="20578"/>
          <ac:spMkLst>
            <pc:docMk/>
            <pc:sldMk cId="512882234" sldId="364"/>
            <ac:spMk id="3" creationId="{786B9758-9CA9-48A8-95E0-0FF2AC85DA0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7C4A8B-68F5-4BA0-A2D9-7315AEF570A6}" type="doc">
      <dgm:prSet loTypeId="urn:microsoft.com/office/officeart/2005/8/layout/pyramid4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DF940AB-02BA-48F2-93ED-6628D6B09A77}">
      <dgm:prSet phldrT="[Text]"/>
      <dgm:spPr/>
      <dgm:t>
        <a:bodyPr/>
        <a:lstStyle/>
        <a:p>
          <a:r>
            <a:rPr lang="en-GB"/>
            <a:t>PM</a:t>
          </a:r>
        </a:p>
      </dgm:t>
    </dgm:pt>
    <dgm:pt modelId="{3265B3BE-FD0D-41DD-962D-67FDAC87FD7D}" type="parTrans" cxnId="{E723714A-8484-45FF-B66B-D32C2EBCD5AA}">
      <dgm:prSet/>
      <dgm:spPr/>
      <dgm:t>
        <a:bodyPr/>
        <a:lstStyle/>
        <a:p>
          <a:endParaRPr lang="en-GB"/>
        </a:p>
      </dgm:t>
    </dgm:pt>
    <dgm:pt modelId="{4997D1DB-F514-4BA7-BD79-A557185F13CB}" type="sibTrans" cxnId="{E723714A-8484-45FF-B66B-D32C2EBCD5AA}">
      <dgm:prSet/>
      <dgm:spPr/>
      <dgm:t>
        <a:bodyPr/>
        <a:lstStyle/>
        <a:p>
          <a:endParaRPr lang="en-GB"/>
        </a:p>
      </dgm:t>
    </dgm:pt>
    <dgm:pt modelId="{7E84ADED-3296-44E4-8710-A3C3F3A20258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GB"/>
            <a:t>TA</a:t>
          </a:r>
        </a:p>
      </dgm:t>
    </dgm:pt>
    <dgm:pt modelId="{CC0687EC-9081-419F-A309-137363B429B1}" type="parTrans" cxnId="{024BC487-6F57-4525-A5D0-3A178865A71D}">
      <dgm:prSet/>
      <dgm:spPr/>
      <dgm:t>
        <a:bodyPr/>
        <a:lstStyle/>
        <a:p>
          <a:endParaRPr lang="en-GB"/>
        </a:p>
      </dgm:t>
    </dgm:pt>
    <dgm:pt modelId="{1FCBEDA4-7170-4368-8D07-60D3A89CF339}" type="sibTrans" cxnId="{024BC487-6F57-4525-A5D0-3A178865A71D}">
      <dgm:prSet/>
      <dgm:spPr/>
      <dgm:t>
        <a:bodyPr/>
        <a:lstStyle/>
        <a:p>
          <a:endParaRPr lang="en-GB"/>
        </a:p>
      </dgm:t>
    </dgm:pt>
    <dgm:pt modelId="{744F9BED-C8B7-4148-91C5-7A29AACC8C89}">
      <dgm:prSet phldrT="[Text]"/>
      <dgm:spPr>
        <a:noFill/>
      </dgm:spPr>
      <dgm:t>
        <a:bodyPr/>
        <a:lstStyle/>
        <a:p>
          <a:r>
            <a:rPr lang="en-GB"/>
            <a:t>3-Way Tension</a:t>
          </a:r>
        </a:p>
      </dgm:t>
    </dgm:pt>
    <dgm:pt modelId="{84EBA592-8BAB-4FD4-B6C9-20359209A4DD}" type="parTrans" cxnId="{601116A1-A00C-4AAA-835F-78E1C3CA7FBD}">
      <dgm:prSet/>
      <dgm:spPr/>
      <dgm:t>
        <a:bodyPr/>
        <a:lstStyle/>
        <a:p>
          <a:endParaRPr lang="en-GB"/>
        </a:p>
      </dgm:t>
    </dgm:pt>
    <dgm:pt modelId="{1CBC95AC-9626-4374-B19D-1E0D98A2C76D}" type="sibTrans" cxnId="{601116A1-A00C-4AAA-835F-78E1C3CA7FBD}">
      <dgm:prSet/>
      <dgm:spPr/>
      <dgm:t>
        <a:bodyPr/>
        <a:lstStyle/>
        <a:p>
          <a:endParaRPr lang="en-GB"/>
        </a:p>
      </dgm:t>
    </dgm:pt>
    <dgm:pt modelId="{68765228-78A0-464A-8DF4-3752EF8A4A52}">
      <dgm:prSet phldrT="[Text]"/>
      <dgm:spPr>
        <a:solidFill>
          <a:schemeClr val="accent2"/>
        </a:solidFill>
      </dgm:spPr>
      <dgm:t>
        <a:bodyPr/>
        <a:lstStyle/>
        <a:p>
          <a:r>
            <a:rPr lang="en-GB"/>
            <a:t>SA</a:t>
          </a:r>
        </a:p>
      </dgm:t>
    </dgm:pt>
    <dgm:pt modelId="{C31EDE27-C505-4D93-BBE1-D2626E0B67E3}" type="parTrans" cxnId="{FB9ED342-CD13-4D7B-A407-5D7BE398CCE6}">
      <dgm:prSet/>
      <dgm:spPr/>
      <dgm:t>
        <a:bodyPr/>
        <a:lstStyle/>
        <a:p>
          <a:endParaRPr lang="en-GB"/>
        </a:p>
      </dgm:t>
    </dgm:pt>
    <dgm:pt modelId="{674F4457-6008-4EF5-AB64-17EB61D03234}" type="sibTrans" cxnId="{FB9ED342-CD13-4D7B-A407-5D7BE398CCE6}">
      <dgm:prSet/>
      <dgm:spPr/>
      <dgm:t>
        <a:bodyPr/>
        <a:lstStyle/>
        <a:p>
          <a:endParaRPr lang="en-GB"/>
        </a:p>
      </dgm:t>
    </dgm:pt>
    <dgm:pt modelId="{90A0EC8A-77B8-4376-8B02-8712244FB247}" type="pres">
      <dgm:prSet presAssocID="{117C4A8B-68F5-4BA0-A2D9-7315AEF570A6}" presName="compositeShape" presStyleCnt="0">
        <dgm:presLayoutVars>
          <dgm:chMax val="9"/>
          <dgm:dir/>
          <dgm:resizeHandles val="exact"/>
        </dgm:presLayoutVars>
      </dgm:prSet>
      <dgm:spPr/>
    </dgm:pt>
    <dgm:pt modelId="{3F12E46B-C758-49A2-A0D8-46D5F3CD554F}" type="pres">
      <dgm:prSet presAssocID="{117C4A8B-68F5-4BA0-A2D9-7315AEF570A6}" presName="triangle1" presStyleLbl="node1" presStyleIdx="0" presStyleCnt="4">
        <dgm:presLayoutVars>
          <dgm:bulletEnabled val="1"/>
        </dgm:presLayoutVars>
      </dgm:prSet>
      <dgm:spPr/>
    </dgm:pt>
    <dgm:pt modelId="{21D449B1-3212-4B27-BF2F-9FC65B214F37}" type="pres">
      <dgm:prSet presAssocID="{117C4A8B-68F5-4BA0-A2D9-7315AEF570A6}" presName="triangle2" presStyleLbl="node1" presStyleIdx="1" presStyleCnt="4">
        <dgm:presLayoutVars>
          <dgm:bulletEnabled val="1"/>
        </dgm:presLayoutVars>
      </dgm:prSet>
      <dgm:spPr/>
    </dgm:pt>
    <dgm:pt modelId="{052878F8-45AB-45DA-85CE-EEAFE0943B6B}" type="pres">
      <dgm:prSet presAssocID="{117C4A8B-68F5-4BA0-A2D9-7315AEF570A6}" presName="triangle3" presStyleLbl="node1" presStyleIdx="2" presStyleCnt="4">
        <dgm:presLayoutVars>
          <dgm:bulletEnabled val="1"/>
        </dgm:presLayoutVars>
      </dgm:prSet>
      <dgm:spPr/>
    </dgm:pt>
    <dgm:pt modelId="{399EABB2-120F-4624-B65B-B4A13F23917C}" type="pres">
      <dgm:prSet presAssocID="{117C4A8B-68F5-4BA0-A2D9-7315AEF570A6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A56F5700-DE88-4758-9597-505429A2AC39}" type="presOf" srcId="{744F9BED-C8B7-4148-91C5-7A29AACC8C89}" destId="{052878F8-45AB-45DA-85CE-EEAFE0943B6B}" srcOrd="0" destOrd="0" presId="urn:microsoft.com/office/officeart/2005/8/layout/pyramid4"/>
    <dgm:cxn modelId="{FB9ED342-CD13-4D7B-A407-5D7BE398CCE6}" srcId="{117C4A8B-68F5-4BA0-A2D9-7315AEF570A6}" destId="{68765228-78A0-464A-8DF4-3752EF8A4A52}" srcOrd="3" destOrd="0" parTransId="{C31EDE27-C505-4D93-BBE1-D2626E0B67E3}" sibTransId="{674F4457-6008-4EF5-AB64-17EB61D03234}"/>
    <dgm:cxn modelId="{3A1B9946-A5D7-4CBB-9114-05038302602E}" type="presOf" srcId="{117C4A8B-68F5-4BA0-A2D9-7315AEF570A6}" destId="{90A0EC8A-77B8-4376-8B02-8712244FB247}" srcOrd="0" destOrd="0" presId="urn:microsoft.com/office/officeart/2005/8/layout/pyramid4"/>
    <dgm:cxn modelId="{E723714A-8484-45FF-B66B-D32C2EBCD5AA}" srcId="{117C4A8B-68F5-4BA0-A2D9-7315AEF570A6}" destId="{DDF940AB-02BA-48F2-93ED-6628D6B09A77}" srcOrd="0" destOrd="0" parTransId="{3265B3BE-FD0D-41DD-962D-67FDAC87FD7D}" sibTransId="{4997D1DB-F514-4BA7-BD79-A557185F13CB}"/>
    <dgm:cxn modelId="{3F434055-A61F-4BD6-B15F-3EEFF435F8D7}" type="presOf" srcId="{7E84ADED-3296-44E4-8710-A3C3F3A20258}" destId="{21D449B1-3212-4B27-BF2F-9FC65B214F37}" srcOrd="0" destOrd="0" presId="urn:microsoft.com/office/officeart/2005/8/layout/pyramid4"/>
    <dgm:cxn modelId="{5E55A27C-E8EE-4F46-863C-356769F88C90}" type="presOf" srcId="{DDF940AB-02BA-48F2-93ED-6628D6B09A77}" destId="{3F12E46B-C758-49A2-A0D8-46D5F3CD554F}" srcOrd="0" destOrd="0" presId="urn:microsoft.com/office/officeart/2005/8/layout/pyramid4"/>
    <dgm:cxn modelId="{024BC487-6F57-4525-A5D0-3A178865A71D}" srcId="{117C4A8B-68F5-4BA0-A2D9-7315AEF570A6}" destId="{7E84ADED-3296-44E4-8710-A3C3F3A20258}" srcOrd="1" destOrd="0" parTransId="{CC0687EC-9081-419F-A309-137363B429B1}" sibTransId="{1FCBEDA4-7170-4368-8D07-60D3A89CF339}"/>
    <dgm:cxn modelId="{601116A1-A00C-4AAA-835F-78E1C3CA7FBD}" srcId="{117C4A8B-68F5-4BA0-A2D9-7315AEF570A6}" destId="{744F9BED-C8B7-4148-91C5-7A29AACC8C89}" srcOrd="2" destOrd="0" parTransId="{84EBA592-8BAB-4FD4-B6C9-20359209A4DD}" sibTransId="{1CBC95AC-9626-4374-B19D-1E0D98A2C76D}"/>
    <dgm:cxn modelId="{C8D131AC-DA22-4F2E-BD87-B050018B6316}" type="presOf" srcId="{68765228-78A0-464A-8DF4-3752EF8A4A52}" destId="{399EABB2-120F-4624-B65B-B4A13F23917C}" srcOrd="0" destOrd="0" presId="urn:microsoft.com/office/officeart/2005/8/layout/pyramid4"/>
    <dgm:cxn modelId="{B0B05480-94F9-4905-93F9-C965B55CCEF3}" type="presParOf" srcId="{90A0EC8A-77B8-4376-8B02-8712244FB247}" destId="{3F12E46B-C758-49A2-A0D8-46D5F3CD554F}" srcOrd="0" destOrd="0" presId="urn:microsoft.com/office/officeart/2005/8/layout/pyramid4"/>
    <dgm:cxn modelId="{AB23B470-7C4C-4EC1-AD21-7E7646DF3EB0}" type="presParOf" srcId="{90A0EC8A-77B8-4376-8B02-8712244FB247}" destId="{21D449B1-3212-4B27-BF2F-9FC65B214F37}" srcOrd="1" destOrd="0" presId="urn:microsoft.com/office/officeart/2005/8/layout/pyramid4"/>
    <dgm:cxn modelId="{F10B819F-5690-4458-9166-6413ECB9A2B6}" type="presParOf" srcId="{90A0EC8A-77B8-4376-8B02-8712244FB247}" destId="{052878F8-45AB-45DA-85CE-EEAFE0943B6B}" srcOrd="2" destOrd="0" presId="urn:microsoft.com/office/officeart/2005/8/layout/pyramid4"/>
    <dgm:cxn modelId="{B09B8150-2FA2-458D-B91B-54B6384449F2}" type="presParOf" srcId="{90A0EC8A-77B8-4376-8B02-8712244FB247}" destId="{399EABB2-120F-4624-B65B-B4A13F23917C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2E46B-C758-49A2-A0D8-46D5F3CD554F}">
      <dsp:nvSpPr>
        <dsp:cNvPr id="0" name=""/>
        <dsp:cNvSpPr/>
      </dsp:nvSpPr>
      <dsp:spPr>
        <a:xfrm>
          <a:off x="2335315" y="0"/>
          <a:ext cx="1936402" cy="1936402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PM</a:t>
          </a:r>
        </a:p>
      </dsp:txBody>
      <dsp:txXfrm>
        <a:off x="2819416" y="968201"/>
        <a:ext cx="968201" cy="968201"/>
      </dsp:txXfrm>
    </dsp:sp>
    <dsp:sp modelId="{21D449B1-3212-4B27-BF2F-9FC65B214F37}">
      <dsp:nvSpPr>
        <dsp:cNvPr id="0" name=""/>
        <dsp:cNvSpPr/>
      </dsp:nvSpPr>
      <dsp:spPr>
        <a:xfrm>
          <a:off x="1367114" y="1936402"/>
          <a:ext cx="1936402" cy="1936402"/>
        </a:xfrm>
        <a:prstGeom prst="triangl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TA</a:t>
          </a:r>
        </a:p>
      </dsp:txBody>
      <dsp:txXfrm>
        <a:off x="1851215" y="2904603"/>
        <a:ext cx="968201" cy="968201"/>
      </dsp:txXfrm>
    </dsp:sp>
    <dsp:sp modelId="{052878F8-45AB-45DA-85CE-EEAFE0943B6B}">
      <dsp:nvSpPr>
        <dsp:cNvPr id="0" name=""/>
        <dsp:cNvSpPr/>
      </dsp:nvSpPr>
      <dsp:spPr>
        <a:xfrm rot="10800000">
          <a:off x="2335315" y="1936402"/>
          <a:ext cx="1936402" cy="1936402"/>
        </a:xfrm>
        <a:prstGeom prst="triangle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3-Way Tension</a:t>
          </a:r>
        </a:p>
      </dsp:txBody>
      <dsp:txXfrm rot="10800000">
        <a:off x="2819415" y="1936402"/>
        <a:ext cx="968201" cy="968201"/>
      </dsp:txXfrm>
    </dsp:sp>
    <dsp:sp modelId="{399EABB2-120F-4624-B65B-B4A13F23917C}">
      <dsp:nvSpPr>
        <dsp:cNvPr id="0" name=""/>
        <dsp:cNvSpPr/>
      </dsp:nvSpPr>
      <dsp:spPr>
        <a:xfrm>
          <a:off x="3303516" y="1936402"/>
          <a:ext cx="1936402" cy="1936402"/>
        </a:xfrm>
        <a:prstGeom prst="triangl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SA</a:t>
          </a:r>
        </a:p>
      </dsp:txBody>
      <dsp:txXfrm>
        <a:off x="3787617" y="2904603"/>
        <a:ext cx="968201" cy="968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FB266-D259-478B-BD3B-2E28D99145A0}" type="datetimeFigureOut">
              <a:rPr lang="en-GB" smtClean="0"/>
              <a:t>21/05/2023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C09B3-068D-4DA9-AF64-98D629E01D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1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C09B3-068D-4DA9-AF64-98D629E01D5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865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2528-8D8B-AB23-F968-E74B0BD7E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79BA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5B623-67A4-AA22-8736-F584518F8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D54B7-1690-1DD8-BCD6-7471C4B8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132F9-068C-D3E2-5B3B-219B55BA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38EF-9ABC-85A0-4E09-27F5FA05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8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D08A-0817-7BD8-DC8C-731DF3E4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7A1A4-E044-4DFD-02D3-1BC902342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47D4B-439D-4BCB-A0EF-193D60A7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noProof="0" smtClean="0"/>
              <a:t>5/21/2023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CBB4-C48D-DCEE-A56E-AEA7A8D5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E6EF6-2D52-B907-4071-C5C52C9E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9608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C4EC-D379-4A98-CD26-B2226F00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AF33F-F0B6-5D3F-D2BD-C8DB74F36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05445-B97C-956A-073D-EB5A2B1DE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A72CE-D222-F263-885C-FDC999FC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77F7C-1C87-1901-9769-A0795A4D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4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9970-CE2D-660E-BDE8-B071D6E8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A9285-D882-48B3-9982-BEE2D1AC8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BD365-B503-BD72-E02D-2ADE8DC9F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FA602-A2E5-58FD-B0E9-E0EEF401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A64D1-F66C-3FBD-955F-BC4481F2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53670-6ADF-8E1A-B0D3-C7797C4B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FBDD-590D-164B-19EF-0CDAF22A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A2422-5CB3-70F1-5D83-2F934AB7D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9C243-82C4-CFA4-65DA-FBA65EB29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9D399-79E1-82D5-7655-094F6355D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B3EAF-7B1B-86C3-2499-82796F3D2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63F81-BCED-41D6-1357-F961212B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14106-37F7-17BE-F343-40A7C622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844E64-9331-30AD-C185-9F37D300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3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7520-04A3-7667-EEFA-1E84143D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B039D-6E50-08E3-F71A-8F063C19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B1D1E-41FF-2213-1C19-49084B14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9D952-0D62-5E6B-15A0-0731799D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A3583D-EDF4-4F09-79C7-59D4D78D0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93888"/>
            <a:ext cx="10515600" cy="4219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50796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FA594-F5DA-EDB9-0539-FD646135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9843F-F471-0DFA-49CE-AEF6A6A2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797DA-8AB0-EF60-5383-086D4FF0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17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F0CA-B3E4-A704-EFBA-D02CE3268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9B1F0-A0BC-7D95-C887-985FBBAE0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E59B9-F481-DE1A-6564-383288782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13998-EB07-1E19-8EB6-87D4E8A6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9EDEE-5CB1-9B7F-C35E-E55D08C2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2F879-07FC-FDEE-841D-2DE63EF2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09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9FAB-3B93-EA9D-2CDE-6EEAAB93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EBF1F-759E-73B1-780D-AC6615BC7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FC6E9-41C4-7906-7A28-1AC2ED17A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38B3-186B-20F5-067A-328E393D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57758-AF1B-78D3-3E93-C4DD8A31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3A42D-22D8-CFAE-E6E4-BFD68AEE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0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2528-8D8B-AB23-F968-E74B0BD7E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5B623-67A4-AA22-8736-F584518F8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D54B7-1690-1DD8-BCD6-7471C4B8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132F9-068C-D3E2-5B3B-219B55BA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38EF-9ABC-85A0-4E09-27F5FA05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9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D08A-0817-7BD8-DC8C-731DF3E4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7A1A4-E044-4DFD-02D3-1BC902342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47D4B-439D-4BCB-A0EF-193D60A7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CBB4-C48D-DCEE-A56E-AEA7A8D5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E6EF6-2D52-B907-4071-C5C52C9E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0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C4EC-D379-4A98-CD26-B2226F00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AF33F-F0B6-5D3F-D2BD-C8DB74F36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05445-B97C-956A-073D-EB5A2B1DE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A72CE-D222-F263-885C-FDC999FC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77F7C-1C87-1901-9769-A0795A4D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2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9970-CE2D-660E-BDE8-B071D6E8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A9285-D882-48B3-9982-BEE2D1AC8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BD365-B503-BD72-E02D-2ADE8DC9F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FA602-A2E5-58FD-B0E9-E0EEF401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A64D1-F66C-3FBD-955F-BC4481F2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53670-6ADF-8E1A-B0D3-C7797C4B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29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FBDD-590D-164B-19EF-0CDAF22A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A2422-5CB3-70F1-5D83-2F934AB7D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9C243-82C4-CFA4-65DA-FBA65EB29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9D399-79E1-82D5-7655-094F6355D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B3EAF-7B1B-86C3-2499-82796F3D2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63F81-BCED-41D6-1357-F961212B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14106-37F7-17BE-F343-40A7C622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844E64-9331-30AD-C185-9F37D300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93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7520-04A3-7667-EEFA-1E84143D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B039D-6E50-08E3-F71A-8F063C19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B1D1E-41FF-2213-1C19-49084B14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9D952-0D62-5E6B-15A0-0731799D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52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FA594-F5DA-EDB9-0539-FD646135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9843F-F471-0DFA-49CE-AEF6A6A2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797DA-8AB0-EF60-5383-086D4FF0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65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F0CA-B3E4-A704-EFBA-D02CE3268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9B1F0-A0BC-7D95-C887-985FBBAE0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E59B9-F481-DE1A-6564-383288782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13998-EB07-1E19-8EB6-87D4E8A6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9EDEE-5CB1-9B7F-C35E-E55D08C2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2F879-07FC-FDEE-841D-2DE63EF2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10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9FAB-3B93-EA9D-2CDE-6EEAAB93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EBF1F-759E-73B1-780D-AC6615BC7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FC6E9-41C4-7906-7A28-1AC2ED17A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38B3-186B-20F5-067A-328E393D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6B-5254-4CD1-8BB0-07EB0523A20D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57758-AF1B-78D3-3E93-C4DD8A31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3A42D-22D8-CFAE-E6E4-BFD68AEE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ACC86-C871-452B-8FED-448A37ED0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448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6D34-F76F-1A96-BAC8-8A5F95D56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16412-991F-52D2-469F-F4CA5E141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C005B-6B3A-7286-8A5D-FAE39A26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8A89B-AC37-344E-B949-2DB0927CA437}" type="datetimeFigureOut">
              <a:rPr lang="en-HR" smtClean="0"/>
              <a:t>05/21/2023</a:t>
            </a:fld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C5D8E-A159-26F5-3252-316D866B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77745-8424-0E9A-BA66-9AB4CEAE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73817-009F-6642-ACC2-F08C9039AA36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82863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4.jpe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992F84-B2FD-3111-8203-D9C3C514AD0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alphaModFix amt="55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75036-A936-31B8-9F89-53DA46CD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FEA6A-9C89-2C34-198B-A80995311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CD4EB-006A-3CA4-7C51-B39622A32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Ming" panose="00000400000000000000" pitchFamily="2" charset="0"/>
              </a:defRPr>
            </a:lvl1pPr>
          </a:lstStyle>
          <a:p>
            <a:fld id="{63C9046B-5254-4CD1-8BB0-07EB0523A20D}" type="datetimeFigureOut">
              <a:rPr lang="en-US" smtClean="0"/>
              <a:pPr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C37C5-AA5D-3831-4B4A-FAC5C9260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Ming" panose="000004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3CEBC-F973-6B2F-60BA-04757FB87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Ming" panose="00000400000000000000" pitchFamily="2" charset="0"/>
              </a:defRPr>
            </a:lvl1pPr>
          </a:lstStyle>
          <a:p>
            <a:fld id="{EB3ACC86-C871-452B-8FED-448A37ED09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DD0C92-43EB-3186-F738-8AC8B2E684D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14017" y="410289"/>
            <a:ext cx="1039783" cy="120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2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79BA5"/>
          </a:solidFill>
          <a:latin typeface="Ming" panose="00000400000000000000" pitchFamily="2" charset="0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90000"/>
        </a:lnSpc>
        <a:spcBef>
          <a:spcPts val="1000"/>
        </a:spcBef>
        <a:buClr>
          <a:srgbClr val="079BA5"/>
        </a:buClr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79BA5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79BA5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79BA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79BA5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BB980-AE8C-7D07-1CD0-F24113BB526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75036-A936-31B8-9F89-53DA46CD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FEA6A-9C89-2C34-198B-A80995311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CD4EB-006A-3CA4-7C51-B39622A32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ng" panose="00000400000000000000" pitchFamily="2" charset="0"/>
              </a:defRPr>
            </a:lvl1pPr>
          </a:lstStyle>
          <a:p>
            <a:fld id="{63C9046B-5254-4CD1-8BB0-07EB0523A20D}" type="datetimeFigureOut">
              <a:rPr lang="en-US" smtClean="0"/>
              <a:pPr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C37C5-AA5D-3831-4B4A-FAC5C9260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ng" panose="000004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3CEBC-F973-6B2F-60BA-04757FB87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ng" panose="00000400000000000000" pitchFamily="2" charset="0"/>
              </a:defRPr>
            </a:lvl1pPr>
          </a:lstStyle>
          <a:p>
            <a:fld id="{EB3ACC86-C871-452B-8FED-448A37ED09C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36A3EA6-738D-8076-7046-C159DF4CAF8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629" y="372428"/>
            <a:ext cx="1137139" cy="132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Ming" panose="00000400000000000000" pitchFamily="2" charset="0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v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jpeg"/><Relationship Id="rId18" Type="http://schemas.openxmlformats.org/officeDocument/2006/relationships/image" Target="../media/image35.pn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jpe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jpeg"/><Relationship Id="rId11" Type="http://schemas.openxmlformats.org/officeDocument/2006/relationships/image" Target="../media/image28.png"/><Relationship Id="rId5" Type="http://schemas.openxmlformats.org/officeDocument/2006/relationships/image" Target="../media/image22.jpe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9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61F138-DB53-4F4B-7B9F-4F7F6E0F0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82525" y="-16355"/>
            <a:ext cx="12357049" cy="695727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EF4CDD3-8E44-FA1C-3C73-8F40DAD2F372}"/>
              </a:ext>
            </a:extLst>
          </p:cNvPr>
          <p:cNvSpPr/>
          <p:nvPr/>
        </p:nvSpPr>
        <p:spPr>
          <a:xfrm>
            <a:off x="9054480" y="315548"/>
            <a:ext cx="2866082" cy="269220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571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R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DA19440-95D5-C630-E9E8-6449F3637584}"/>
              </a:ext>
            </a:extLst>
          </p:cNvPr>
          <p:cNvSpPr/>
          <p:nvPr/>
        </p:nvSpPr>
        <p:spPr>
          <a:xfrm>
            <a:off x="9076629" y="3628234"/>
            <a:ext cx="2866082" cy="269220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571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7F9F3-F76A-2392-DF11-DC897E5DD4BF}"/>
              </a:ext>
            </a:extLst>
          </p:cNvPr>
          <p:cNvSpPr txBox="1"/>
          <p:nvPr/>
        </p:nvSpPr>
        <p:spPr>
          <a:xfrm>
            <a:off x="6122224" y="1231290"/>
            <a:ext cx="28012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500" b="1">
                <a:solidFill>
                  <a:schemeClr val="bg1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NEILL RIORDAN</a:t>
            </a:r>
            <a:endParaRPr lang="en-HR" sz="2500" b="1">
              <a:solidFill>
                <a:schemeClr val="bg1"/>
              </a:solidFill>
              <a:latin typeface="Bahnschrift" panose="020F0502020204030204" pitchFamily="34" charset="0"/>
              <a:cs typeface="Bahnschrift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D9B8D-1473-DD62-EA8E-19885810874A}"/>
              </a:ext>
            </a:extLst>
          </p:cNvPr>
          <p:cNvSpPr txBox="1"/>
          <p:nvPr/>
        </p:nvSpPr>
        <p:spPr>
          <a:xfrm>
            <a:off x="5351160" y="1787273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COE lead D365 F&amp;O</a:t>
            </a:r>
          </a:p>
          <a:p>
            <a:pPr algn="ctr"/>
            <a:r>
              <a:rPr lang="en-GB" b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KPMG</a:t>
            </a:r>
            <a:endParaRPr lang="en-HR" b="1">
              <a:solidFill>
                <a:schemeClr val="tx1">
                  <a:lumMod val="95000"/>
                  <a:lumOff val="5000"/>
                </a:schemeClr>
              </a:solidFill>
              <a:latin typeface="Bahnschrift" panose="020F0502020204030204" pitchFamily="34" charset="0"/>
              <a:cs typeface="Bahnschrift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2EB53-5CA0-9FE5-8B72-63F131D88BAD}"/>
              </a:ext>
            </a:extLst>
          </p:cNvPr>
          <p:cNvSpPr txBox="1"/>
          <p:nvPr/>
        </p:nvSpPr>
        <p:spPr>
          <a:xfrm>
            <a:off x="6144373" y="4571999"/>
            <a:ext cx="2866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500" b="1">
                <a:solidFill>
                  <a:schemeClr val="bg1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JOSE AZEVEDO</a:t>
            </a:r>
            <a:endParaRPr lang="en-HR" sz="2500" b="1">
              <a:solidFill>
                <a:schemeClr val="bg1"/>
              </a:solidFill>
              <a:latin typeface="Bahnschrift" panose="020F0502020204030204" pitchFamily="34" charset="0"/>
              <a:cs typeface="Bahnschrift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D40DD-BF23-5D7F-38B8-CD6FFF0C0F77}"/>
              </a:ext>
            </a:extLst>
          </p:cNvPr>
          <p:cNvSpPr txBox="1"/>
          <p:nvPr/>
        </p:nvSpPr>
        <p:spPr>
          <a:xfrm>
            <a:off x="5492181" y="5231618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COE lead D365 BC</a:t>
            </a:r>
          </a:p>
          <a:p>
            <a:pPr algn="ctr"/>
            <a:r>
              <a:rPr lang="en-GB" b="1">
                <a:solidFill>
                  <a:schemeClr val="tx1">
                    <a:lumMod val="95000"/>
                    <a:lumOff val="5000"/>
                  </a:schemeClr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KPMG</a:t>
            </a:r>
            <a:endParaRPr lang="en-HR" b="1">
              <a:solidFill>
                <a:schemeClr val="tx1">
                  <a:lumMod val="95000"/>
                  <a:lumOff val="5000"/>
                </a:schemeClr>
              </a:solidFill>
              <a:latin typeface="Bahnschrift" panose="020F0502020204030204" pitchFamily="34" charset="0"/>
              <a:cs typeface="Bahnschrift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C0F9B6-02EF-DA1A-4CDC-BCC8811E9E6C}"/>
              </a:ext>
            </a:extLst>
          </p:cNvPr>
          <p:cNvSpPr txBox="1"/>
          <p:nvPr/>
        </p:nvSpPr>
        <p:spPr>
          <a:xfrm>
            <a:off x="271438" y="2504850"/>
            <a:ext cx="52207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500" b="1">
                <a:solidFill>
                  <a:schemeClr val="bg1"/>
                </a:solidFill>
                <a:latin typeface="Bahnschrift" panose="020F0502020204030204" pitchFamily="34" charset="0"/>
                <a:cs typeface="Bahnschrift" panose="020F0502020204030204" pitchFamily="34" charset="0"/>
              </a:rPr>
              <a:t>Solution Architect V2.0 – A holistic view of core skills required to support D365 implementations</a:t>
            </a:r>
            <a:endParaRPr lang="en-HR" sz="3500" b="1">
              <a:solidFill>
                <a:schemeClr val="bg1"/>
              </a:solidFill>
              <a:latin typeface="Bahnschrift" panose="020F0502020204030204" pitchFamily="34" charset="0"/>
              <a:cs typeface="Bahnschrift" panose="020F0502020204030204" pitchFamily="34" charset="0"/>
            </a:endParaRPr>
          </a:p>
        </p:txBody>
      </p:sp>
      <p:pic>
        <p:nvPicPr>
          <p:cNvPr id="10" name="Picture 11" descr="Text&#10;&#10;Description automatically generated">
            <a:extLst>
              <a:ext uri="{FF2B5EF4-FFF2-40B4-BE49-F238E27FC236}">
                <a16:creationId xmlns:a16="http://schemas.microsoft.com/office/drawing/2014/main" id="{C5E64CA0-C996-771F-AE14-7612BEC7A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237" y="308528"/>
            <a:ext cx="4267199" cy="122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Agenda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996E-A9E2-DF39-C8C2-5FF5B2D7FEA6}"/>
              </a:ext>
            </a:extLst>
          </p:cNvPr>
          <p:cNvSpPr txBox="1">
            <a:spLocks/>
          </p:cNvSpPr>
          <p:nvPr/>
        </p:nvSpPr>
        <p:spPr>
          <a:xfrm>
            <a:off x="1253836" y="1815729"/>
            <a:ext cx="10515600" cy="4351338"/>
          </a:xfrm>
          <a:prstGeom prst="rect">
            <a:avLst/>
          </a:prstGeom>
        </p:spPr>
        <p:txBody>
          <a:bodyPr/>
          <a:lstStyle>
            <a:lvl1pPr marL="365760" indent="-36576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Pop-Up Quiz</a:t>
            </a:r>
          </a:p>
          <a:p>
            <a:r>
              <a:rPr lang="en-GB"/>
              <a:t>Personal Intro</a:t>
            </a:r>
          </a:p>
          <a:p>
            <a:r>
              <a:rPr lang="en-GB"/>
              <a:t>Solution Architecture – The Role &amp; the challenge</a:t>
            </a:r>
          </a:p>
          <a:p>
            <a:r>
              <a:rPr lang="en-GB"/>
              <a:t>Holistic View</a:t>
            </a:r>
          </a:p>
          <a:p>
            <a:r>
              <a:rPr lang="en-GB"/>
              <a:t>Tips &amp; Tricks</a:t>
            </a:r>
          </a:p>
          <a:p>
            <a:r>
              <a:rPr lang="en-GB"/>
              <a:t>Q &amp; A</a:t>
            </a:r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39058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Pop-Up Quiz</a:t>
            </a:r>
            <a:endParaRPr lang="en-S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38513-7B4E-455A-AC7D-1B0C2B4CCF00}"/>
              </a:ext>
            </a:extLst>
          </p:cNvPr>
          <p:cNvSpPr txBox="1"/>
          <p:nvPr/>
        </p:nvSpPr>
        <p:spPr>
          <a:xfrm>
            <a:off x="1164203" y="5432267"/>
            <a:ext cx="5074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https://forms.office.com/e/gv82sJiKCa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02CCB8-55E1-4CB0-A1AA-AC1227247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60" y="1505116"/>
            <a:ext cx="3733800" cy="3733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2F7D05-0EA1-437D-A05E-6DB5AE0E56D8}"/>
              </a:ext>
            </a:extLst>
          </p:cNvPr>
          <p:cNvSpPr txBox="1"/>
          <p:nvPr/>
        </p:nvSpPr>
        <p:spPr>
          <a:xfrm>
            <a:off x="6141720" y="1954397"/>
            <a:ext cx="6096000" cy="37802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</a:rPr>
              <a:t>Type of attendee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</a:rPr>
              <a:t>What is your Microsoft "home" product?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</a:rPr>
              <a:t>Involvement in Multi-Country project?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</a:rPr>
              <a:t>Focus in just one Industry?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GB">
                <a:solidFill>
                  <a:schemeClr val="bg1"/>
                </a:solidFill>
                <a:latin typeface="Segoe UI"/>
                <a:cs typeface="Segoe UI"/>
              </a:rPr>
              <a:t>Have you been a regular part of a C-suit steering committee for a program?</a:t>
            </a:r>
            <a:endParaRPr lang="en-GB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>
                <a:solidFill>
                  <a:schemeClr val="bg1"/>
                </a:solidFill>
                <a:latin typeface="Segoe UI"/>
                <a:ea typeface="+mn-lt"/>
                <a:cs typeface="Segoe UI"/>
              </a:rPr>
              <a:t>Involvement</a:t>
            </a:r>
            <a:r>
              <a:rPr lang="en-GB">
                <a:solidFill>
                  <a:schemeClr val="bg1"/>
                </a:solidFill>
                <a:latin typeface="Segoe UI"/>
                <a:cs typeface="Segoe UI"/>
              </a:rPr>
              <a:t> in Cross-Platform projects?</a:t>
            </a:r>
            <a:endParaRPr lang="en-GB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>
                <a:solidFill>
                  <a:schemeClr val="bg1"/>
                </a:solidFill>
                <a:latin typeface="Segoe UI" panose="020B0502040204020203" pitchFamily="34" charset="0"/>
              </a:rPr>
              <a:t>Involvement in projects Multi-Country, Multi-Industry and Multi-Platform</a:t>
            </a:r>
          </a:p>
        </p:txBody>
      </p:sp>
    </p:spTree>
    <p:extLst>
      <p:ext uri="{BB962C8B-B14F-4D97-AF65-F5344CB8AC3E}">
        <p14:creationId xmlns:p14="http://schemas.microsoft.com/office/powerpoint/2010/main" val="346632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CA1AD4-92A5-4180-A86B-2E4E22CF639C}"/>
              </a:ext>
            </a:extLst>
          </p:cNvPr>
          <p:cNvSpPr/>
          <p:nvPr/>
        </p:nvSpPr>
        <p:spPr>
          <a:xfrm>
            <a:off x="1033210" y="4997532"/>
            <a:ext cx="1143778" cy="285750"/>
          </a:xfrm>
          <a:prstGeom prst="rect">
            <a:avLst/>
          </a:prstGeom>
          <a:solidFill>
            <a:srgbClr val="E81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678C3-2D94-4AF9-89A8-4730A7802BA3}"/>
              </a:ext>
            </a:extLst>
          </p:cNvPr>
          <p:cNvSpPr/>
          <p:nvPr/>
        </p:nvSpPr>
        <p:spPr>
          <a:xfrm>
            <a:off x="2176987" y="4997532"/>
            <a:ext cx="1143778" cy="2857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C168BB-4F4C-48C7-A885-99A52A6D613C}"/>
              </a:ext>
            </a:extLst>
          </p:cNvPr>
          <p:cNvSpPr/>
          <p:nvPr/>
        </p:nvSpPr>
        <p:spPr>
          <a:xfrm>
            <a:off x="3320765" y="4997532"/>
            <a:ext cx="1143778" cy="28575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419908-086E-4A84-9EBA-8C5F3EA91155}"/>
              </a:ext>
            </a:extLst>
          </p:cNvPr>
          <p:cNvSpPr/>
          <p:nvPr/>
        </p:nvSpPr>
        <p:spPr>
          <a:xfrm>
            <a:off x="4464542" y="4997532"/>
            <a:ext cx="1143778" cy="28575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B567D8-A360-4914-8B8B-1FBA81BD22D5}"/>
              </a:ext>
            </a:extLst>
          </p:cNvPr>
          <p:cNvSpPr/>
          <p:nvPr/>
        </p:nvSpPr>
        <p:spPr>
          <a:xfrm>
            <a:off x="1555140" y="5092782"/>
            <a:ext cx="95250" cy="95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5ED1FE-61BF-46A0-956E-FBBC52427DCF}"/>
              </a:ext>
            </a:extLst>
          </p:cNvPr>
          <p:cNvSpPr/>
          <p:nvPr/>
        </p:nvSpPr>
        <p:spPr>
          <a:xfrm>
            <a:off x="2698918" y="5092782"/>
            <a:ext cx="95250" cy="95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99B17D-B486-4483-B6FD-D745A9AF257B}"/>
              </a:ext>
            </a:extLst>
          </p:cNvPr>
          <p:cNvSpPr/>
          <p:nvPr/>
        </p:nvSpPr>
        <p:spPr>
          <a:xfrm>
            <a:off x="3842695" y="5092782"/>
            <a:ext cx="95250" cy="95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0D6607-6234-4B1D-85F0-C53972641773}"/>
              </a:ext>
            </a:extLst>
          </p:cNvPr>
          <p:cNvSpPr/>
          <p:nvPr/>
        </p:nvSpPr>
        <p:spPr>
          <a:xfrm>
            <a:off x="4988807" y="5092782"/>
            <a:ext cx="95250" cy="95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A4F89B-F2F0-499F-B458-1FAC1A643311}"/>
              </a:ext>
            </a:extLst>
          </p:cNvPr>
          <p:cNvSpPr txBox="1"/>
          <p:nvPr/>
        </p:nvSpPr>
        <p:spPr>
          <a:xfrm>
            <a:off x="1380340" y="4495061"/>
            <a:ext cx="4475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2000</a:t>
            </a:r>
            <a:endParaRPr lang="tr-TR" sz="90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349E0-C782-417B-BEBD-F861149CED1D}"/>
              </a:ext>
            </a:extLst>
          </p:cNvPr>
          <p:cNvSpPr txBox="1"/>
          <p:nvPr/>
        </p:nvSpPr>
        <p:spPr>
          <a:xfrm>
            <a:off x="3516658" y="4495061"/>
            <a:ext cx="7473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2009-2012</a:t>
            </a:r>
            <a:endParaRPr lang="tr-TR" sz="90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39FFAA-F651-4AFB-8715-4A117E447228}"/>
              </a:ext>
            </a:extLst>
          </p:cNvPr>
          <p:cNvSpPr txBox="1"/>
          <p:nvPr/>
        </p:nvSpPr>
        <p:spPr>
          <a:xfrm>
            <a:off x="5788986" y="4494850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2014- 2019</a:t>
            </a:r>
            <a:endParaRPr lang="tr-TR" sz="90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35133B-899F-4DA9-892F-91E3F8DB02A8}"/>
              </a:ext>
            </a:extLst>
          </p:cNvPr>
          <p:cNvSpPr txBox="1"/>
          <p:nvPr/>
        </p:nvSpPr>
        <p:spPr>
          <a:xfrm>
            <a:off x="2372881" y="5496523"/>
            <a:ext cx="7473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2005-2008</a:t>
            </a:r>
            <a:endParaRPr lang="tr-TR" sz="90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A7473-D427-4740-BF69-9A8490EA7BAA}"/>
              </a:ext>
            </a:extLst>
          </p:cNvPr>
          <p:cNvSpPr txBox="1"/>
          <p:nvPr/>
        </p:nvSpPr>
        <p:spPr>
          <a:xfrm>
            <a:off x="4681204" y="5496523"/>
            <a:ext cx="7104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20122014</a:t>
            </a:r>
            <a:endParaRPr lang="tr-TR" sz="90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8BD357-6F30-4B31-B79B-A2E50861B053}"/>
              </a:ext>
            </a:extLst>
          </p:cNvPr>
          <p:cNvSpPr txBox="1"/>
          <p:nvPr/>
        </p:nvSpPr>
        <p:spPr>
          <a:xfrm>
            <a:off x="7070481" y="5496523"/>
            <a:ext cx="5116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2021..</a:t>
            </a:r>
            <a:endParaRPr lang="tr-TR" sz="900">
              <a:solidFill>
                <a:schemeClr val="bg1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B8A576-E582-4518-B710-CD573ED6DD32}"/>
              </a:ext>
            </a:extLst>
          </p:cNvPr>
          <p:cNvCxnSpPr>
            <a:stCxn id="5" idx="2"/>
          </p:cNvCxnSpPr>
          <p:nvPr/>
        </p:nvCxnSpPr>
        <p:spPr>
          <a:xfrm flipH="1">
            <a:off x="1602765" y="5283282"/>
            <a:ext cx="2334" cy="571500"/>
          </a:xfrm>
          <a:prstGeom prst="straightConnector1">
            <a:avLst/>
          </a:prstGeom>
          <a:ln w="50800">
            <a:solidFill>
              <a:srgbClr val="E8112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058DEF-47FC-4820-90D2-DE06767D1D10}"/>
              </a:ext>
            </a:extLst>
          </p:cNvPr>
          <p:cNvCxnSpPr>
            <a:stCxn id="7" idx="2"/>
          </p:cNvCxnSpPr>
          <p:nvPr/>
        </p:nvCxnSpPr>
        <p:spPr>
          <a:xfrm flipH="1">
            <a:off x="3885654" y="5283282"/>
            <a:ext cx="7000" cy="571500"/>
          </a:xfrm>
          <a:prstGeom prst="straightConnector1">
            <a:avLst/>
          </a:prstGeom>
          <a:ln w="50800">
            <a:solidFill>
              <a:srgbClr val="0078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1035DA-4EEC-4A02-8563-4C175FB35EF6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2743043" y="4422684"/>
            <a:ext cx="5834" cy="574849"/>
          </a:xfrm>
          <a:prstGeom prst="straightConnector1">
            <a:avLst/>
          </a:prstGeom>
          <a:ln w="50800">
            <a:solidFill>
              <a:srgbClr val="FF8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29EE45-022D-4B79-A025-2DCE2C494DB8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5028659" y="4422684"/>
            <a:ext cx="7772" cy="574848"/>
          </a:xfrm>
          <a:prstGeom prst="straightConnector1">
            <a:avLst/>
          </a:prstGeom>
          <a:ln w="50800">
            <a:solidFill>
              <a:srgbClr val="107C1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E1794-8CA3-4335-B914-A5503CA5DFEF}"/>
              </a:ext>
            </a:extLst>
          </p:cNvPr>
          <p:cNvSpPr/>
          <p:nvPr/>
        </p:nvSpPr>
        <p:spPr>
          <a:xfrm>
            <a:off x="916577" y="5933224"/>
            <a:ext cx="1377043" cy="29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Guy</a:t>
            </a:r>
            <a:endParaRPr lang="tr-TR" sz="10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561962-6B37-4037-B743-D2C5A97013D1}"/>
              </a:ext>
            </a:extLst>
          </p:cNvPr>
          <p:cNvSpPr/>
          <p:nvPr/>
        </p:nvSpPr>
        <p:spPr>
          <a:xfrm>
            <a:off x="3204132" y="5933224"/>
            <a:ext cx="1377043" cy="29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Project planner</a:t>
            </a:r>
            <a:endParaRPr lang="tr-TR" sz="10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0A5FDA-F151-48D3-B55B-6B161C32D490}"/>
              </a:ext>
            </a:extLst>
          </p:cNvPr>
          <p:cNvSpPr/>
          <p:nvPr/>
        </p:nvSpPr>
        <p:spPr>
          <a:xfrm>
            <a:off x="5489354" y="5933224"/>
            <a:ext cx="1377043" cy="52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 Architect (IBM)</a:t>
            </a:r>
            <a:endParaRPr lang="tr-TR" sz="10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ACC8DA-2DBC-4A22-9499-995BEAB48720}"/>
              </a:ext>
            </a:extLst>
          </p:cNvPr>
          <p:cNvSpPr/>
          <p:nvPr/>
        </p:nvSpPr>
        <p:spPr>
          <a:xfrm>
            <a:off x="2062294" y="4022876"/>
            <a:ext cx="1377043" cy="29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Manager</a:t>
            </a:r>
            <a:endParaRPr lang="tr-TR" sz="10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C7EEC5-17B2-4BF9-9A6F-9BB42823E639}"/>
              </a:ext>
            </a:extLst>
          </p:cNvPr>
          <p:cNvSpPr/>
          <p:nvPr/>
        </p:nvSpPr>
        <p:spPr>
          <a:xfrm>
            <a:off x="4347909" y="4051232"/>
            <a:ext cx="1377043" cy="29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AX Consultant</a:t>
            </a:r>
            <a:endParaRPr lang="tr-TR" sz="10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AB7DA4-BB6A-4698-8DEC-303859F6A5F0}"/>
              </a:ext>
            </a:extLst>
          </p:cNvPr>
          <p:cNvSpPr/>
          <p:nvPr/>
        </p:nvSpPr>
        <p:spPr>
          <a:xfrm>
            <a:off x="6633525" y="3902376"/>
            <a:ext cx="1377043" cy="52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 Architect (KPMG)</a:t>
            </a:r>
            <a:endParaRPr lang="tr-TR" sz="10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FDBB3C9F-C697-43FE-83BB-D62EF652B239}"/>
              </a:ext>
            </a:extLst>
          </p:cNvPr>
          <p:cNvSpPr/>
          <p:nvPr/>
        </p:nvSpPr>
        <p:spPr>
          <a:xfrm>
            <a:off x="5600548" y="4997532"/>
            <a:ext cx="1143778" cy="285750"/>
          </a:xfrm>
          <a:prstGeom prst="rect">
            <a:avLst/>
          </a:prstGeom>
          <a:solidFill>
            <a:srgbClr val="E81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tx1"/>
              </a:solidFill>
            </a:endParaRPr>
          </a:p>
        </p:txBody>
      </p:sp>
      <p:sp>
        <p:nvSpPr>
          <p:cNvPr id="30" name="Rectangle 46">
            <a:extLst>
              <a:ext uri="{FF2B5EF4-FFF2-40B4-BE49-F238E27FC236}">
                <a16:creationId xmlns:a16="http://schemas.microsoft.com/office/drawing/2014/main" id="{E431566D-A830-4900-AB0E-C19289ECA92B}"/>
              </a:ext>
            </a:extLst>
          </p:cNvPr>
          <p:cNvSpPr/>
          <p:nvPr/>
        </p:nvSpPr>
        <p:spPr>
          <a:xfrm>
            <a:off x="6744325" y="4997532"/>
            <a:ext cx="1143778" cy="2857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tx1"/>
              </a:solidFill>
            </a:endParaRPr>
          </a:p>
        </p:txBody>
      </p:sp>
      <p:sp>
        <p:nvSpPr>
          <p:cNvPr id="31" name="Oval 7">
            <a:extLst>
              <a:ext uri="{FF2B5EF4-FFF2-40B4-BE49-F238E27FC236}">
                <a16:creationId xmlns:a16="http://schemas.microsoft.com/office/drawing/2014/main" id="{2BA91C8B-A001-42BA-94DB-F31C3B29B037}"/>
              </a:ext>
            </a:extLst>
          </p:cNvPr>
          <p:cNvSpPr/>
          <p:nvPr/>
        </p:nvSpPr>
        <p:spPr>
          <a:xfrm>
            <a:off x="6122478" y="5092782"/>
            <a:ext cx="95250" cy="95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bg1"/>
              </a:solidFill>
            </a:endParaRPr>
          </a:p>
        </p:txBody>
      </p:sp>
      <p:sp>
        <p:nvSpPr>
          <p:cNvPr id="32" name="Oval 56">
            <a:extLst>
              <a:ext uri="{FF2B5EF4-FFF2-40B4-BE49-F238E27FC236}">
                <a16:creationId xmlns:a16="http://schemas.microsoft.com/office/drawing/2014/main" id="{02738900-16C6-4EB2-A473-10BABB0B85AD}"/>
              </a:ext>
            </a:extLst>
          </p:cNvPr>
          <p:cNvSpPr/>
          <p:nvPr/>
        </p:nvSpPr>
        <p:spPr>
          <a:xfrm>
            <a:off x="7266256" y="5092782"/>
            <a:ext cx="95250" cy="95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900">
              <a:solidFill>
                <a:schemeClr val="bg1"/>
              </a:solidFill>
            </a:endParaRPr>
          </a:p>
        </p:txBody>
      </p:sp>
      <p:cxnSp>
        <p:nvCxnSpPr>
          <p:cNvPr id="34" name="Straight Arrow Connector 19">
            <a:extLst>
              <a:ext uri="{FF2B5EF4-FFF2-40B4-BE49-F238E27FC236}">
                <a16:creationId xmlns:a16="http://schemas.microsoft.com/office/drawing/2014/main" id="{BD00DF4A-6BED-4E1D-AD22-9F8B817711A4}"/>
              </a:ext>
            </a:extLst>
          </p:cNvPr>
          <p:cNvCxnSpPr>
            <a:stCxn id="29" idx="2"/>
          </p:cNvCxnSpPr>
          <p:nvPr/>
        </p:nvCxnSpPr>
        <p:spPr>
          <a:xfrm flipH="1">
            <a:off x="6170103" y="5283282"/>
            <a:ext cx="2334" cy="571500"/>
          </a:xfrm>
          <a:prstGeom prst="straightConnector1">
            <a:avLst/>
          </a:prstGeom>
          <a:ln w="50800">
            <a:solidFill>
              <a:srgbClr val="E8112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99">
            <a:extLst>
              <a:ext uri="{FF2B5EF4-FFF2-40B4-BE49-F238E27FC236}">
                <a16:creationId xmlns:a16="http://schemas.microsoft.com/office/drawing/2014/main" id="{E2F6BFE5-6384-4FC8-88F2-2AE72DB467A5}"/>
              </a:ext>
            </a:extLst>
          </p:cNvPr>
          <p:cNvCxnSpPr>
            <a:stCxn id="30" idx="0"/>
          </p:cNvCxnSpPr>
          <p:nvPr/>
        </p:nvCxnSpPr>
        <p:spPr>
          <a:xfrm flipH="1" flipV="1">
            <a:off x="7310381" y="4422684"/>
            <a:ext cx="5834" cy="574849"/>
          </a:xfrm>
          <a:prstGeom prst="straightConnector1">
            <a:avLst/>
          </a:prstGeom>
          <a:ln w="50800">
            <a:solidFill>
              <a:srgbClr val="FF8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icrosoft Certified: Dynamics 365: Finance and Operations Apps Solution Architect Expert badge image. Issued by Microsoft">
            <a:extLst>
              <a:ext uri="{FF2B5EF4-FFF2-40B4-BE49-F238E27FC236}">
                <a16:creationId xmlns:a16="http://schemas.microsoft.com/office/drawing/2014/main" id="{5419F8BF-EAA1-4D12-B8EF-7DCCF5E44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5527" y="4847084"/>
            <a:ext cx="1159534" cy="11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rosoft Certified: Dynamics 365 Finance Functional Consultant Associate badge image. Issued by Microsoft">
            <a:extLst>
              <a:ext uri="{FF2B5EF4-FFF2-40B4-BE49-F238E27FC236}">
                <a16:creationId xmlns:a16="http://schemas.microsoft.com/office/drawing/2014/main" id="{D59E614B-486D-48BC-88F7-638411305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119" y="4847084"/>
            <a:ext cx="1159535" cy="1159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ertified: Azure Fundamentals badge image. Issued by Microsoft">
            <a:extLst>
              <a:ext uri="{FF2B5EF4-FFF2-40B4-BE49-F238E27FC236}">
                <a16:creationId xmlns:a16="http://schemas.microsoft.com/office/drawing/2014/main" id="{214AECA8-AC50-4A1D-9A12-8B2DBAF8F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9237" y="4847084"/>
            <a:ext cx="1159534" cy="115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8FA3FDE-2000-46C6-A31B-7F3077FE74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79" y="497087"/>
            <a:ext cx="2672215" cy="200416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4A41E72-AA22-490B-90BB-4694EF5A5B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471" y="425602"/>
            <a:ext cx="1369379" cy="141008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B409C2E-72FA-4D7C-A9A1-ED0D5548A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24" y="2362939"/>
            <a:ext cx="1918030" cy="12737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06A36ED-AFC4-42FF-8D6D-C1FDE08B40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815" y="1234765"/>
            <a:ext cx="987510" cy="1651245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EF4A4253-5AFA-4FED-886E-7E2056422733}"/>
              </a:ext>
            </a:extLst>
          </p:cNvPr>
          <p:cNvSpPr/>
          <p:nvPr/>
        </p:nvSpPr>
        <p:spPr>
          <a:xfrm>
            <a:off x="9607662" y="2977337"/>
            <a:ext cx="1791860" cy="1651245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571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075577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2648933-34B9-4478-A50D-430F47906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716" y="665015"/>
            <a:ext cx="869540" cy="8695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4CD166B-1CEC-42CE-8286-2A805E51F3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828" y="2030339"/>
            <a:ext cx="2408826" cy="142044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E6A492B-653B-495B-B099-C8AF290619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748" y="560643"/>
            <a:ext cx="2028927" cy="114000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7D60ADA-584C-4913-83DE-2F42DB486D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474" y="2008552"/>
            <a:ext cx="2122012" cy="14153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71D715-2A98-49CE-8F29-EAFEA53360A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06" y="345444"/>
            <a:ext cx="2630983" cy="150868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2153F4E-4517-4F74-B382-6D99D63E9CCD}"/>
              </a:ext>
            </a:extLst>
          </p:cNvPr>
          <p:cNvGrpSpPr/>
          <p:nvPr/>
        </p:nvGrpSpPr>
        <p:grpSpPr>
          <a:xfrm>
            <a:off x="916577" y="3569223"/>
            <a:ext cx="9846485" cy="3124209"/>
            <a:chOff x="916577" y="3569223"/>
            <a:chExt cx="9846485" cy="312420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22059B6-C829-4704-9161-AE61DE2A3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7866" y="5819016"/>
              <a:ext cx="1281482" cy="757792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B69485-5741-4A4C-B3D2-42ED152ED248}"/>
                </a:ext>
              </a:extLst>
            </p:cNvPr>
            <p:cNvSpPr/>
            <p:nvPr/>
          </p:nvSpPr>
          <p:spPr>
            <a:xfrm>
              <a:off x="1033210" y="4997532"/>
              <a:ext cx="1143778" cy="285750"/>
            </a:xfrm>
            <a:prstGeom prst="rect">
              <a:avLst/>
            </a:prstGeom>
            <a:solidFill>
              <a:srgbClr val="E811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E37070F-E1C0-41C4-8CDE-AE64B957E6F9}"/>
                </a:ext>
              </a:extLst>
            </p:cNvPr>
            <p:cNvSpPr/>
            <p:nvPr/>
          </p:nvSpPr>
          <p:spPr>
            <a:xfrm>
              <a:off x="2176987" y="4997532"/>
              <a:ext cx="1143778" cy="285750"/>
            </a:xfrm>
            <a:prstGeom prst="rect">
              <a:avLst/>
            </a:prstGeom>
            <a:solidFill>
              <a:srgbClr val="FF8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2378978-9062-452B-A4DB-0329750520B9}"/>
                </a:ext>
              </a:extLst>
            </p:cNvPr>
            <p:cNvSpPr/>
            <p:nvPr/>
          </p:nvSpPr>
          <p:spPr>
            <a:xfrm>
              <a:off x="3320765" y="4997532"/>
              <a:ext cx="1143778" cy="285750"/>
            </a:xfrm>
            <a:prstGeom prst="rect">
              <a:avLst/>
            </a:prstGeom>
            <a:solidFill>
              <a:srgbClr val="0078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A528615-1A13-4AA6-A4B3-7E5E0B8D1177}"/>
                </a:ext>
              </a:extLst>
            </p:cNvPr>
            <p:cNvSpPr/>
            <p:nvPr/>
          </p:nvSpPr>
          <p:spPr>
            <a:xfrm>
              <a:off x="4464542" y="4997532"/>
              <a:ext cx="1143778" cy="285750"/>
            </a:xfrm>
            <a:prstGeom prst="rect">
              <a:avLst/>
            </a:prstGeom>
            <a:solidFill>
              <a:srgbClr val="107C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tx1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D4A8F11-2AF0-4F03-989A-AEF2F6E474A0}"/>
                </a:ext>
              </a:extLst>
            </p:cNvPr>
            <p:cNvSpPr/>
            <p:nvPr/>
          </p:nvSpPr>
          <p:spPr>
            <a:xfrm>
              <a:off x="1555140" y="5092782"/>
              <a:ext cx="95250" cy="952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bg1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0177895-6B41-4472-937E-C8007A294B36}"/>
                </a:ext>
              </a:extLst>
            </p:cNvPr>
            <p:cNvSpPr/>
            <p:nvPr/>
          </p:nvSpPr>
          <p:spPr>
            <a:xfrm>
              <a:off x="2698918" y="5092782"/>
              <a:ext cx="95250" cy="952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bg1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D35FED-5262-4583-9333-10A7A2D149FC}"/>
                </a:ext>
              </a:extLst>
            </p:cNvPr>
            <p:cNvSpPr/>
            <p:nvPr/>
          </p:nvSpPr>
          <p:spPr>
            <a:xfrm>
              <a:off x="3842695" y="5092782"/>
              <a:ext cx="95250" cy="952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bg1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02D3459-30DD-4850-BFCA-088D62CAF2DF}"/>
                </a:ext>
              </a:extLst>
            </p:cNvPr>
            <p:cNvSpPr/>
            <p:nvPr/>
          </p:nvSpPr>
          <p:spPr>
            <a:xfrm>
              <a:off x="4988807" y="5092782"/>
              <a:ext cx="95250" cy="952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bg1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FA4FC1-1B9D-476F-8C2E-11B9705E7DA4}"/>
                </a:ext>
              </a:extLst>
            </p:cNvPr>
            <p:cNvSpPr txBox="1"/>
            <p:nvPr/>
          </p:nvSpPr>
          <p:spPr>
            <a:xfrm>
              <a:off x="1296185" y="4495061"/>
              <a:ext cx="6158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>
                  <a:solidFill>
                    <a:schemeClr val="bg1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1997-98</a:t>
              </a:r>
              <a:endParaRPr lang="tr-TR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077B0F9-676F-459E-8595-375DAAFCB698}"/>
                </a:ext>
              </a:extLst>
            </p:cNvPr>
            <p:cNvSpPr txBox="1"/>
            <p:nvPr/>
          </p:nvSpPr>
          <p:spPr>
            <a:xfrm>
              <a:off x="3516661" y="4495061"/>
              <a:ext cx="7473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>
                  <a:solidFill>
                    <a:schemeClr val="bg1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2004-2009</a:t>
              </a:r>
              <a:endParaRPr lang="tr-TR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E3FAC35-A66B-4325-AA3D-F78D20CC3859}"/>
                </a:ext>
              </a:extLst>
            </p:cNvPr>
            <p:cNvSpPr txBox="1"/>
            <p:nvPr/>
          </p:nvSpPr>
          <p:spPr>
            <a:xfrm>
              <a:off x="5804216" y="4494850"/>
              <a:ext cx="7473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>
                  <a:solidFill>
                    <a:schemeClr val="bg1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201</a:t>
              </a:r>
              <a:r>
                <a:rPr lang="en-GB" sz="900">
                  <a:solidFill>
                    <a:schemeClr val="bg1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1-2018</a:t>
              </a:r>
              <a:endParaRPr lang="tr-TR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D7AC3E7-8163-4459-89A6-31350907066F}"/>
                </a:ext>
              </a:extLst>
            </p:cNvPr>
            <p:cNvSpPr txBox="1"/>
            <p:nvPr/>
          </p:nvSpPr>
          <p:spPr>
            <a:xfrm>
              <a:off x="2372884" y="5496523"/>
              <a:ext cx="7473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>
                  <a:solidFill>
                    <a:schemeClr val="bg1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1998-2004</a:t>
              </a:r>
              <a:endParaRPr lang="tr-TR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9C2B2D0-7F2A-437E-A06B-C1987D3E7E0E}"/>
                </a:ext>
              </a:extLst>
            </p:cNvPr>
            <p:cNvSpPr txBox="1"/>
            <p:nvPr/>
          </p:nvSpPr>
          <p:spPr>
            <a:xfrm>
              <a:off x="4728495" y="5496523"/>
              <a:ext cx="6158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>
                  <a:solidFill>
                    <a:schemeClr val="bg1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2010-11</a:t>
              </a:r>
              <a:endParaRPr lang="tr-TR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054B7BA-DB2C-41B7-A98F-36209A46F201}"/>
                </a:ext>
              </a:extLst>
            </p:cNvPr>
            <p:cNvSpPr txBox="1"/>
            <p:nvPr/>
          </p:nvSpPr>
          <p:spPr>
            <a:xfrm>
              <a:off x="7070480" y="5496523"/>
              <a:ext cx="5116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900">
                  <a:solidFill>
                    <a:schemeClr val="bg1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201</a:t>
              </a:r>
              <a:r>
                <a:rPr lang="en-GB" sz="900">
                  <a:solidFill>
                    <a:schemeClr val="bg1"/>
                  </a:solidFill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rPr>
                <a:t>8..</a:t>
              </a:r>
              <a:endParaRPr lang="tr-TR" sz="9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endParaRP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9EB61BB-208A-45A1-806E-4E2243742257}"/>
                </a:ext>
              </a:extLst>
            </p:cNvPr>
            <p:cNvCxnSpPr>
              <a:stCxn id="68" idx="2"/>
            </p:cNvCxnSpPr>
            <p:nvPr/>
          </p:nvCxnSpPr>
          <p:spPr>
            <a:xfrm flipH="1">
              <a:off x="1602765" y="5283282"/>
              <a:ext cx="2334" cy="571500"/>
            </a:xfrm>
            <a:prstGeom prst="straightConnector1">
              <a:avLst/>
            </a:prstGeom>
            <a:ln w="50800">
              <a:solidFill>
                <a:srgbClr val="E8112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09E9001-F371-48D5-A6B7-FC3D82AAB769}"/>
                </a:ext>
              </a:extLst>
            </p:cNvPr>
            <p:cNvCxnSpPr>
              <a:stCxn id="70" idx="2"/>
            </p:cNvCxnSpPr>
            <p:nvPr/>
          </p:nvCxnSpPr>
          <p:spPr>
            <a:xfrm flipH="1">
              <a:off x="3885654" y="5283282"/>
              <a:ext cx="7000" cy="571500"/>
            </a:xfrm>
            <a:prstGeom prst="straightConnector1">
              <a:avLst/>
            </a:prstGeom>
            <a:ln w="50800">
              <a:solidFill>
                <a:srgbClr val="0078D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D028244-0627-451D-B333-282ADD5D55AE}"/>
                </a:ext>
              </a:extLst>
            </p:cNvPr>
            <p:cNvCxnSpPr>
              <a:stCxn id="69" idx="0"/>
            </p:cNvCxnSpPr>
            <p:nvPr/>
          </p:nvCxnSpPr>
          <p:spPr>
            <a:xfrm flipH="1" flipV="1">
              <a:off x="2743043" y="4422684"/>
              <a:ext cx="5834" cy="574849"/>
            </a:xfrm>
            <a:prstGeom prst="straightConnector1">
              <a:avLst/>
            </a:prstGeom>
            <a:ln w="50800">
              <a:solidFill>
                <a:srgbClr val="FF8C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3965696-F7A9-4F82-9281-7C481B222303}"/>
                </a:ext>
              </a:extLst>
            </p:cNvPr>
            <p:cNvCxnSpPr>
              <a:stCxn id="71" idx="0"/>
            </p:cNvCxnSpPr>
            <p:nvPr/>
          </p:nvCxnSpPr>
          <p:spPr>
            <a:xfrm flipH="1" flipV="1">
              <a:off x="5028659" y="4422684"/>
              <a:ext cx="7772" cy="574848"/>
            </a:xfrm>
            <a:prstGeom prst="straightConnector1">
              <a:avLst/>
            </a:prstGeom>
            <a:ln w="50800">
              <a:solidFill>
                <a:srgbClr val="107C1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DDE11CD-495F-49CF-BA2D-E8F0B85302EB}"/>
                </a:ext>
              </a:extLst>
            </p:cNvPr>
            <p:cNvSpPr/>
            <p:nvPr/>
          </p:nvSpPr>
          <p:spPr>
            <a:xfrm>
              <a:off x="916577" y="5933224"/>
              <a:ext cx="1377043" cy="5293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Business Consultant</a:t>
              </a:r>
              <a:endParaRPr lang="tr-TR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A32C90F-17E3-4821-83A3-516AED052D01}"/>
                </a:ext>
              </a:extLst>
            </p:cNvPr>
            <p:cNvSpPr/>
            <p:nvPr/>
          </p:nvSpPr>
          <p:spPr>
            <a:xfrm>
              <a:off x="3204132" y="5933224"/>
              <a:ext cx="1377043" cy="7602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Functional Consultant</a:t>
              </a:r>
            </a:p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Project Manager</a:t>
              </a:r>
              <a:endParaRPr lang="tr-TR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B36665C-9CC2-485D-92D9-253FFF0CA51F}"/>
                </a:ext>
              </a:extLst>
            </p:cNvPr>
            <p:cNvSpPr/>
            <p:nvPr/>
          </p:nvSpPr>
          <p:spPr>
            <a:xfrm>
              <a:off x="5489354" y="5933224"/>
              <a:ext cx="1377043" cy="5293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Product Manager</a:t>
              </a:r>
            </a:p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University Teacher</a:t>
              </a:r>
              <a:endParaRPr lang="tr-TR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3663714-3B30-4B2A-88A5-D670288BD29D}"/>
                </a:ext>
              </a:extLst>
            </p:cNvPr>
            <p:cNvSpPr/>
            <p:nvPr/>
          </p:nvSpPr>
          <p:spPr>
            <a:xfrm>
              <a:off x="2062294" y="3569223"/>
              <a:ext cx="1377043" cy="7602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Functional Consultant</a:t>
              </a:r>
            </a:p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Project Manager</a:t>
              </a:r>
              <a:endParaRPr lang="tr-TR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A8CE4BF5-596C-4C75-B26F-733DE6EB884C}"/>
                </a:ext>
              </a:extLst>
            </p:cNvPr>
            <p:cNvSpPr/>
            <p:nvPr/>
          </p:nvSpPr>
          <p:spPr>
            <a:xfrm>
              <a:off x="4347909" y="3569223"/>
              <a:ext cx="1377043" cy="7602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Programme Manager</a:t>
              </a:r>
            </a:p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Site Manager</a:t>
              </a:r>
              <a:endParaRPr lang="tr-TR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326F05DD-D9FE-420E-A066-3EEC7A05281E}"/>
                </a:ext>
              </a:extLst>
            </p:cNvPr>
            <p:cNvSpPr/>
            <p:nvPr/>
          </p:nvSpPr>
          <p:spPr>
            <a:xfrm>
              <a:off x="6633525" y="3569223"/>
              <a:ext cx="1377043" cy="7602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Solution Architect</a:t>
              </a:r>
            </a:p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Blog Owner</a:t>
              </a:r>
            </a:p>
            <a:p>
              <a:pPr algn="ctr">
                <a:lnSpc>
                  <a:spcPct val="150000"/>
                </a:lnSpc>
              </a:pPr>
              <a:r>
                <a:rPr lang="en-GB"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Speaker</a:t>
              </a:r>
              <a:endParaRPr lang="tr-TR"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2" name="Rectangle 1">
              <a:extLst>
                <a:ext uri="{FF2B5EF4-FFF2-40B4-BE49-F238E27FC236}">
                  <a16:creationId xmlns:a16="http://schemas.microsoft.com/office/drawing/2014/main" id="{D53063CC-2635-4D3D-B058-CFE74AA8DBB7}"/>
                </a:ext>
              </a:extLst>
            </p:cNvPr>
            <p:cNvSpPr/>
            <p:nvPr/>
          </p:nvSpPr>
          <p:spPr>
            <a:xfrm>
              <a:off x="5600548" y="4997532"/>
              <a:ext cx="1143778" cy="285750"/>
            </a:xfrm>
            <a:prstGeom prst="rect">
              <a:avLst/>
            </a:prstGeom>
            <a:solidFill>
              <a:srgbClr val="E811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tx1"/>
                </a:solidFill>
              </a:endParaRPr>
            </a:p>
          </p:txBody>
        </p:sp>
        <p:sp>
          <p:nvSpPr>
            <p:cNvPr id="93" name="Rectangle 46">
              <a:extLst>
                <a:ext uri="{FF2B5EF4-FFF2-40B4-BE49-F238E27FC236}">
                  <a16:creationId xmlns:a16="http://schemas.microsoft.com/office/drawing/2014/main" id="{1A84FDF6-DD2F-4621-BF44-6FB07E8F17ED}"/>
                </a:ext>
              </a:extLst>
            </p:cNvPr>
            <p:cNvSpPr/>
            <p:nvPr/>
          </p:nvSpPr>
          <p:spPr>
            <a:xfrm>
              <a:off x="6744325" y="4997532"/>
              <a:ext cx="1143778" cy="285750"/>
            </a:xfrm>
            <a:prstGeom prst="rect">
              <a:avLst/>
            </a:prstGeom>
            <a:solidFill>
              <a:srgbClr val="FF8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tx1"/>
                </a:solidFill>
              </a:endParaRPr>
            </a:p>
          </p:txBody>
        </p:sp>
        <p:sp>
          <p:nvSpPr>
            <p:cNvPr id="94" name="Oval 7">
              <a:extLst>
                <a:ext uri="{FF2B5EF4-FFF2-40B4-BE49-F238E27FC236}">
                  <a16:creationId xmlns:a16="http://schemas.microsoft.com/office/drawing/2014/main" id="{F51325C3-9AFE-40FD-A128-FBD01C73F749}"/>
                </a:ext>
              </a:extLst>
            </p:cNvPr>
            <p:cNvSpPr/>
            <p:nvPr/>
          </p:nvSpPr>
          <p:spPr>
            <a:xfrm>
              <a:off x="6122478" y="5092782"/>
              <a:ext cx="95250" cy="952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bg1"/>
                </a:solidFill>
              </a:endParaRPr>
            </a:p>
          </p:txBody>
        </p:sp>
        <p:sp>
          <p:nvSpPr>
            <p:cNvPr id="95" name="Oval 56">
              <a:extLst>
                <a:ext uri="{FF2B5EF4-FFF2-40B4-BE49-F238E27FC236}">
                  <a16:creationId xmlns:a16="http://schemas.microsoft.com/office/drawing/2014/main" id="{9F6B4259-CDC7-4C0C-98B3-6B8B3BD0A79D}"/>
                </a:ext>
              </a:extLst>
            </p:cNvPr>
            <p:cNvSpPr/>
            <p:nvPr/>
          </p:nvSpPr>
          <p:spPr>
            <a:xfrm>
              <a:off x="7266256" y="5092782"/>
              <a:ext cx="95250" cy="952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bg1"/>
                </a:solidFill>
              </a:endParaRPr>
            </a:p>
          </p:txBody>
        </p:sp>
        <p:sp>
          <p:nvSpPr>
            <p:cNvPr id="96" name="Oval 75">
              <a:extLst>
                <a:ext uri="{FF2B5EF4-FFF2-40B4-BE49-F238E27FC236}">
                  <a16:creationId xmlns:a16="http://schemas.microsoft.com/office/drawing/2014/main" id="{2CA24BA5-3524-4560-8552-52DAA7231FA8}"/>
                </a:ext>
              </a:extLst>
            </p:cNvPr>
            <p:cNvSpPr/>
            <p:nvPr/>
          </p:nvSpPr>
          <p:spPr>
            <a:xfrm>
              <a:off x="9556145" y="5092782"/>
              <a:ext cx="95250" cy="952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sz="900">
                <a:solidFill>
                  <a:schemeClr val="bg1"/>
                </a:solidFill>
              </a:endParaRPr>
            </a:p>
          </p:txBody>
        </p:sp>
        <p:cxnSp>
          <p:nvCxnSpPr>
            <p:cNvPr id="97" name="Straight Arrow Connector 19">
              <a:extLst>
                <a:ext uri="{FF2B5EF4-FFF2-40B4-BE49-F238E27FC236}">
                  <a16:creationId xmlns:a16="http://schemas.microsoft.com/office/drawing/2014/main" id="{05180F6C-53EF-4AE1-B563-5F5EDE3DEB88}"/>
                </a:ext>
              </a:extLst>
            </p:cNvPr>
            <p:cNvCxnSpPr>
              <a:stCxn id="92" idx="2"/>
            </p:cNvCxnSpPr>
            <p:nvPr/>
          </p:nvCxnSpPr>
          <p:spPr>
            <a:xfrm flipH="1">
              <a:off x="6170103" y="5283282"/>
              <a:ext cx="2334" cy="571500"/>
            </a:xfrm>
            <a:prstGeom prst="straightConnector1">
              <a:avLst/>
            </a:prstGeom>
            <a:ln w="50800">
              <a:solidFill>
                <a:srgbClr val="E8112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9">
              <a:extLst>
                <a:ext uri="{FF2B5EF4-FFF2-40B4-BE49-F238E27FC236}">
                  <a16:creationId xmlns:a16="http://schemas.microsoft.com/office/drawing/2014/main" id="{BDA9E68E-BACC-4FA2-9783-02C8EBC54B90}"/>
                </a:ext>
              </a:extLst>
            </p:cNvPr>
            <p:cNvCxnSpPr>
              <a:stCxn id="93" idx="0"/>
            </p:cNvCxnSpPr>
            <p:nvPr/>
          </p:nvCxnSpPr>
          <p:spPr>
            <a:xfrm flipH="1" flipV="1">
              <a:off x="7310381" y="4422684"/>
              <a:ext cx="5834" cy="574849"/>
            </a:xfrm>
            <a:prstGeom prst="straightConnector1">
              <a:avLst/>
            </a:prstGeom>
            <a:ln w="50800">
              <a:solidFill>
                <a:srgbClr val="FF8C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D21D8C8-8EDD-49B4-BF4A-BB0D61F42058}"/>
                </a:ext>
              </a:extLst>
            </p:cNvPr>
            <p:cNvSpPr txBox="1"/>
            <p:nvPr/>
          </p:nvSpPr>
          <p:spPr>
            <a:xfrm>
              <a:off x="9567952" y="6368901"/>
              <a:ext cx="468082" cy="278397"/>
            </a:xfrm>
            <a:prstGeom prst="rect">
              <a:avLst/>
            </a:prstGeom>
            <a:noFill/>
          </p:spPr>
          <p:txBody>
            <a:bodyPr wrap="none" lIns="27305" tIns="27305" rIns="27305" bIns="27305" rtlCol="0">
              <a:noAutofit/>
            </a:bodyPr>
            <a:lstStyle/>
            <a:p>
              <a:pPr>
                <a:spcAft>
                  <a:spcPts val="300"/>
                </a:spcAft>
              </a:pPr>
              <a:r>
                <a:rPr lang="en-GB" sz="1600">
                  <a:solidFill>
                    <a:schemeClr val="bg1"/>
                  </a:solidFill>
                </a:rPr>
                <a:t>+ 50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B17DFE5-05F1-41E7-A745-1E488BC31F91}"/>
                </a:ext>
              </a:extLst>
            </p:cNvPr>
            <p:cNvGrpSpPr/>
            <p:nvPr/>
          </p:nvGrpSpPr>
          <p:grpSpPr>
            <a:xfrm>
              <a:off x="9107645" y="3626373"/>
              <a:ext cx="1655417" cy="2277016"/>
              <a:chOff x="19190650" y="5170831"/>
              <a:chExt cx="3310833" cy="4554032"/>
            </a:xfrm>
          </p:grpSpPr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4A3C6790-E1B1-43C1-9CDD-1E342219EC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9689" b="30170"/>
              <a:stretch/>
            </p:blipFill>
            <p:spPr>
              <a:xfrm>
                <a:off x="19533099" y="5291964"/>
                <a:ext cx="1191858" cy="359234"/>
              </a:xfrm>
              <a:prstGeom prst="rect">
                <a:avLst/>
              </a:prstGeom>
            </p:spPr>
          </p:pic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D5DE0993-6FB0-4F1B-9467-90D966AC7F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890" t="8624" r="19197" b="16513"/>
              <a:stretch/>
            </p:blipFill>
            <p:spPr>
              <a:xfrm>
                <a:off x="20772011" y="5170831"/>
                <a:ext cx="550832" cy="523685"/>
              </a:xfrm>
              <a:prstGeom prst="rect">
                <a:avLst/>
              </a:prstGeom>
            </p:spPr>
          </p:pic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6DE7F20B-44B4-46F7-8257-4FEDDE57A3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4928" b="34928"/>
              <a:stretch/>
            </p:blipFill>
            <p:spPr>
              <a:xfrm>
                <a:off x="20324363" y="6144147"/>
                <a:ext cx="1501659" cy="253489"/>
              </a:xfrm>
              <a:prstGeom prst="rect">
                <a:avLst/>
              </a:prstGeom>
            </p:spPr>
          </p:pic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81125DCE-EC4C-495D-9769-51BE2FAA3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190650" y="6023014"/>
                <a:ext cx="1019892" cy="461047"/>
              </a:xfrm>
              <a:prstGeom prst="rect">
                <a:avLst/>
              </a:prstGeom>
            </p:spPr>
          </p:pic>
          <p:pic>
            <p:nvPicPr>
              <p:cNvPr id="105" name="Picture 4" descr="Microsoft Dynamics Navision">
                <a:extLst>
                  <a:ext uri="{FF2B5EF4-FFF2-40B4-BE49-F238E27FC236}">
                    <a16:creationId xmlns:a16="http://schemas.microsoft.com/office/drawing/2014/main" id="{A3C69A63-1C17-4A20-A1AC-7D6BE7E82E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90650" y="6713751"/>
                <a:ext cx="2332958" cy="6003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84767457-583A-4A5E-899B-4F503F3B4E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50" t="24655" r="5637" b="26416"/>
              <a:stretch/>
            </p:blipFill>
            <p:spPr>
              <a:xfrm>
                <a:off x="21658093" y="6713751"/>
                <a:ext cx="843390" cy="472628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EAC02221-18C9-4337-B021-1D03DACF4F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65" t="38789" r="15625" b="32476"/>
              <a:stretch/>
            </p:blipFill>
            <p:spPr>
              <a:xfrm>
                <a:off x="20171231" y="7558062"/>
                <a:ext cx="1299608" cy="362728"/>
              </a:xfrm>
              <a:prstGeom prst="rect">
                <a:avLst/>
              </a:prstGeom>
            </p:spPr>
          </p:pic>
          <p:sp>
            <p:nvSpPr>
              <p:cNvPr id="108" name="Freeform 19">
                <a:extLst>
                  <a:ext uri="{FF2B5EF4-FFF2-40B4-BE49-F238E27FC236}">
                    <a16:creationId xmlns:a16="http://schemas.microsoft.com/office/drawing/2014/main" id="{6960C0AD-A6DC-4B67-9B61-D3C9D940526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129028" y="8164747"/>
                <a:ext cx="1262742" cy="572364"/>
              </a:xfrm>
              <a:custGeom>
                <a:avLst/>
                <a:gdLst>
                  <a:gd name="T0" fmla="*/ 269 w 283"/>
                  <a:gd name="T1" fmla="*/ 77 h 114"/>
                  <a:gd name="T2" fmla="*/ 222 w 283"/>
                  <a:gd name="T3" fmla="*/ 87 h 114"/>
                  <a:gd name="T4" fmla="*/ 244 w 283"/>
                  <a:gd name="T5" fmla="*/ 60 h 114"/>
                  <a:gd name="T6" fmla="*/ 269 w 283"/>
                  <a:gd name="T7" fmla="*/ 56 h 114"/>
                  <a:gd name="T8" fmla="*/ 222 w 283"/>
                  <a:gd name="T9" fmla="*/ 2 h 114"/>
                  <a:gd name="T10" fmla="*/ 281 w 283"/>
                  <a:gd name="T11" fmla="*/ 87 h 114"/>
                  <a:gd name="T12" fmla="*/ 222 w 283"/>
                  <a:gd name="T13" fmla="*/ 89 h 114"/>
                  <a:gd name="T14" fmla="*/ 246 w 283"/>
                  <a:gd name="T15" fmla="*/ 101 h 114"/>
                  <a:gd name="T16" fmla="*/ 205 w 283"/>
                  <a:gd name="T17" fmla="*/ 82 h 114"/>
                  <a:gd name="T18" fmla="*/ 203 w 283"/>
                  <a:gd name="T19" fmla="*/ 52 h 114"/>
                  <a:gd name="T20" fmla="*/ 154 w 283"/>
                  <a:gd name="T21" fmla="*/ 87 h 114"/>
                  <a:gd name="T22" fmla="*/ 213 w 283"/>
                  <a:gd name="T23" fmla="*/ 53 h 114"/>
                  <a:gd name="T24" fmla="*/ 171 w 283"/>
                  <a:gd name="T25" fmla="*/ 87 h 114"/>
                  <a:gd name="T26" fmla="*/ 180 w 283"/>
                  <a:gd name="T27" fmla="*/ 87 h 114"/>
                  <a:gd name="T28" fmla="*/ 120 w 283"/>
                  <a:gd name="T29" fmla="*/ 87 h 114"/>
                  <a:gd name="T30" fmla="*/ 117 w 283"/>
                  <a:gd name="T31" fmla="*/ 56 h 114"/>
                  <a:gd name="T32" fmla="*/ 86 w 283"/>
                  <a:gd name="T33" fmla="*/ 2 h 114"/>
                  <a:gd name="T34" fmla="*/ 145 w 283"/>
                  <a:gd name="T35" fmla="*/ 52 h 114"/>
                  <a:gd name="T36" fmla="*/ 142 w 283"/>
                  <a:gd name="T37" fmla="*/ 87 h 114"/>
                  <a:gd name="T38" fmla="*/ 93 w 283"/>
                  <a:gd name="T39" fmla="*/ 79 h 114"/>
                  <a:gd name="T40" fmla="*/ 89 w 283"/>
                  <a:gd name="T41" fmla="*/ 79 h 114"/>
                  <a:gd name="T42" fmla="*/ 87 w 283"/>
                  <a:gd name="T43" fmla="*/ 69 h 114"/>
                  <a:gd name="T44" fmla="*/ 95 w 283"/>
                  <a:gd name="T45" fmla="*/ 62 h 114"/>
                  <a:gd name="T46" fmla="*/ 93 w 283"/>
                  <a:gd name="T47" fmla="*/ 79 h 114"/>
                  <a:gd name="T48" fmla="*/ 67 w 283"/>
                  <a:gd name="T49" fmla="*/ 86 h 114"/>
                  <a:gd name="T50" fmla="*/ 37 w 283"/>
                  <a:gd name="T51" fmla="*/ 82 h 114"/>
                  <a:gd name="T52" fmla="*/ 25 w 283"/>
                  <a:gd name="T53" fmla="*/ 77 h 114"/>
                  <a:gd name="T54" fmla="*/ 18 w 283"/>
                  <a:gd name="T55" fmla="*/ 2 h 114"/>
                  <a:gd name="T56" fmla="*/ 76 w 283"/>
                  <a:gd name="T57" fmla="*/ 55 h 114"/>
                  <a:gd name="T58" fmla="*/ 22 w 283"/>
                  <a:gd name="T59" fmla="*/ 87 h 114"/>
                  <a:gd name="T60" fmla="*/ 220 w 283"/>
                  <a:gd name="T61" fmla="*/ 0 h 114"/>
                  <a:gd name="T62" fmla="*/ 215 w 283"/>
                  <a:gd name="T63" fmla="*/ 0 h 114"/>
                  <a:gd name="T64" fmla="*/ 147 w 283"/>
                  <a:gd name="T65" fmla="*/ 52 h 114"/>
                  <a:gd name="T66" fmla="*/ 84 w 283"/>
                  <a:gd name="T67" fmla="*/ 52 h 114"/>
                  <a:gd name="T68" fmla="*/ 16 w 283"/>
                  <a:gd name="T69" fmla="*/ 0 h 114"/>
                  <a:gd name="T70" fmla="*/ 14 w 283"/>
                  <a:gd name="T71" fmla="*/ 113 h 114"/>
                  <a:gd name="T72" fmla="*/ 35 w 283"/>
                  <a:gd name="T73" fmla="*/ 113 h 114"/>
                  <a:gd name="T74" fmla="*/ 66 w 283"/>
                  <a:gd name="T75" fmla="*/ 89 h 114"/>
                  <a:gd name="T76" fmla="*/ 81 w 283"/>
                  <a:gd name="T77" fmla="*/ 89 h 114"/>
                  <a:gd name="T78" fmla="*/ 90 w 283"/>
                  <a:gd name="T79" fmla="*/ 89 h 114"/>
                  <a:gd name="T80" fmla="*/ 112 w 283"/>
                  <a:gd name="T81" fmla="*/ 113 h 114"/>
                  <a:gd name="T82" fmla="*/ 142 w 283"/>
                  <a:gd name="T83" fmla="*/ 89 h 114"/>
                  <a:gd name="T84" fmla="*/ 170 w 283"/>
                  <a:gd name="T85" fmla="*/ 89 h 114"/>
                  <a:gd name="T86" fmla="*/ 190 w 283"/>
                  <a:gd name="T87" fmla="*/ 113 h 114"/>
                  <a:gd name="T88" fmla="*/ 210 w 283"/>
                  <a:gd name="T89" fmla="*/ 108 h 114"/>
                  <a:gd name="T90" fmla="*/ 266 w 283"/>
                  <a:gd name="T91" fmla="*/ 89 h 114"/>
                  <a:gd name="T92" fmla="*/ 220 w 283"/>
                  <a:gd name="T93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83" h="114">
                    <a:moveTo>
                      <a:pt x="281" y="87"/>
                    </a:moveTo>
                    <a:cubicBezTo>
                      <a:pt x="266" y="87"/>
                      <a:pt x="266" y="87"/>
                      <a:pt x="266" y="87"/>
                    </a:cubicBezTo>
                    <a:cubicBezTo>
                      <a:pt x="269" y="77"/>
                      <a:pt x="269" y="77"/>
                      <a:pt x="269" y="77"/>
                    </a:cubicBezTo>
                    <a:cubicBezTo>
                      <a:pt x="239" y="77"/>
                      <a:pt x="239" y="77"/>
                      <a:pt x="239" y="77"/>
                    </a:cubicBezTo>
                    <a:cubicBezTo>
                      <a:pt x="237" y="87"/>
                      <a:pt x="237" y="87"/>
                      <a:pt x="237" y="87"/>
                    </a:cubicBezTo>
                    <a:cubicBezTo>
                      <a:pt x="222" y="87"/>
                      <a:pt x="222" y="87"/>
                      <a:pt x="222" y="87"/>
                    </a:cubicBezTo>
                    <a:cubicBezTo>
                      <a:pt x="222" y="85"/>
                      <a:pt x="222" y="85"/>
                      <a:pt x="222" y="85"/>
                    </a:cubicBezTo>
                    <a:cubicBezTo>
                      <a:pt x="223" y="84"/>
                      <a:pt x="223" y="83"/>
                      <a:pt x="223" y="81"/>
                    </a:cubicBezTo>
                    <a:cubicBezTo>
                      <a:pt x="226" y="71"/>
                      <a:pt x="233" y="60"/>
                      <a:pt x="244" y="60"/>
                    </a:cubicBezTo>
                    <a:cubicBezTo>
                      <a:pt x="249" y="60"/>
                      <a:pt x="254" y="62"/>
                      <a:pt x="253" y="69"/>
                    </a:cubicBezTo>
                    <a:cubicBezTo>
                      <a:pt x="271" y="69"/>
                      <a:pt x="271" y="69"/>
                      <a:pt x="271" y="69"/>
                    </a:cubicBezTo>
                    <a:cubicBezTo>
                      <a:pt x="272" y="66"/>
                      <a:pt x="273" y="61"/>
                      <a:pt x="269" y="56"/>
                    </a:cubicBezTo>
                    <a:cubicBezTo>
                      <a:pt x="266" y="51"/>
                      <a:pt x="258" y="48"/>
                      <a:pt x="248" y="48"/>
                    </a:cubicBezTo>
                    <a:cubicBezTo>
                      <a:pt x="241" y="48"/>
                      <a:pt x="231" y="50"/>
                      <a:pt x="222" y="55"/>
                    </a:cubicBezTo>
                    <a:cubicBezTo>
                      <a:pt x="222" y="2"/>
                      <a:pt x="222" y="2"/>
                      <a:pt x="222" y="2"/>
                    </a:cubicBezTo>
                    <a:cubicBezTo>
                      <a:pt x="281" y="2"/>
                      <a:pt x="281" y="2"/>
                      <a:pt x="281" y="2"/>
                    </a:cubicBezTo>
                    <a:cubicBezTo>
                      <a:pt x="281" y="87"/>
                      <a:pt x="281" y="87"/>
                      <a:pt x="281" y="87"/>
                    </a:cubicBezTo>
                    <a:cubicBezTo>
                      <a:pt x="281" y="87"/>
                      <a:pt x="281" y="87"/>
                      <a:pt x="281" y="87"/>
                    </a:cubicBezTo>
                    <a:close/>
                    <a:moveTo>
                      <a:pt x="246" y="101"/>
                    </a:moveTo>
                    <a:cubicBezTo>
                      <a:pt x="243" y="102"/>
                      <a:pt x="240" y="102"/>
                      <a:pt x="237" y="102"/>
                    </a:cubicBezTo>
                    <a:cubicBezTo>
                      <a:pt x="228" y="102"/>
                      <a:pt x="222" y="98"/>
                      <a:pt x="222" y="89"/>
                    </a:cubicBezTo>
                    <a:cubicBezTo>
                      <a:pt x="249" y="89"/>
                      <a:pt x="249" y="89"/>
                      <a:pt x="249" y="89"/>
                    </a:cubicBezTo>
                    <a:cubicBezTo>
                      <a:pt x="246" y="101"/>
                      <a:pt x="246" y="101"/>
                      <a:pt x="246" y="101"/>
                    </a:cubicBezTo>
                    <a:cubicBezTo>
                      <a:pt x="246" y="101"/>
                      <a:pt x="246" y="101"/>
                      <a:pt x="246" y="101"/>
                    </a:cubicBezTo>
                    <a:close/>
                    <a:moveTo>
                      <a:pt x="213" y="53"/>
                    </a:moveTo>
                    <a:cubicBezTo>
                      <a:pt x="213" y="65"/>
                      <a:pt x="213" y="65"/>
                      <a:pt x="213" y="65"/>
                    </a:cubicBezTo>
                    <a:cubicBezTo>
                      <a:pt x="209" y="71"/>
                      <a:pt x="206" y="77"/>
                      <a:pt x="205" y="82"/>
                    </a:cubicBezTo>
                    <a:cubicBezTo>
                      <a:pt x="204" y="83"/>
                      <a:pt x="204" y="85"/>
                      <a:pt x="204" y="87"/>
                    </a:cubicBezTo>
                    <a:cubicBezTo>
                      <a:pt x="195" y="87"/>
                      <a:pt x="195" y="87"/>
                      <a:pt x="195" y="87"/>
                    </a:cubicBezTo>
                    <a:cubicBezTo>
                      <a:pt x="203" y="52"/>
                      <a:pt x="203" y="52"/>
                      <a:pt x="203" y="52"/>
                    </a:cubicBezTo>
                    <a:cubicBezTo>
                      <a:pt x="178" y="52"/>
                      <a:pt x="178" y="52"/>
                      <a:pt x="178" y="52"/>
                    </a:cubicBezTo>
                    <a:cubicBezTo>
                      <a:pt x="156" y="87"/>
                      <a:pt x="156" y="87"/>
                      <a:pt x="156" y="87"/>
                    </a:cubicBezTo>
                    <a:cubicBezTo>
                      <a:pt x="154" y="87"/>
                      <a:pt x="154" y="87"/>
                      <a:pt x="154" y="87"/>
                    </a:cubicBezTo>
                    <a:cubicBezTo>
                      <a:pt x="154" y="2"/>
                      <a:pt x="154" y="2"/>
                      <a:pt x="154" y="2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3" y="53"/>
                      <a:pt x="213" y="53"/>
                      <a:pt x="213" y="53"/>
                    </a:cubicBezTo>
                    <a:cubicBezTo>
                      <a:pt x="213" y="53"/>
                      <a:pt x="213" y="53"/>
                      <a:pt x="213" y="53"/>
                    </a:cubicBezTo>
                    <a:close/>
                    <a:moveTo>
                      <a:pt x="180" y="87"/>
                    </a:moveTo>
                    <a:cubicBezTo>
                      <a:pt x="171" y="87"/>
                      <a:pt x="171" y="87"/>
                      <a:pt x="171" y="87"/>
                    </a:cubicBezTo>
                    <a:cubicBezTo>
                      <a:pt x="185" y="66"/>
                      <a:pt x="185" y="66"/>
                      <a:pt x="185" y="66"/>
                    </a:cubicBezTo>
                    <a:cubicBezTo>
                      <a:pt x="180" y="87"/>
                      <a:pt x="180" y="87"/>
                      <a:pt x="180" y="87"/>
                    </a:cubicBezTo>
                    <a:cubicBezTo>
                      <a:pt x="180" y="87"/>
                      <a:pt x="180" y="87"/>
                      <a:pt x="180" y="87"/>
                    </a:cubicBezTo>
                    <a:close/>
                    <a:moveTo>
                      <a:pt x="145" y="52"/>
                    </a:moveTo>
                    <a:cubicBezTo>
                      <a:pt x="130" y="52"/>
                      <a:pt x="130" y="52"/>
                      <a:pt x="130" y="52"/>
                    </a:cubicBezTo>
                    <a:cubicBezTo>
                      <a:pt x="120" y="87"/>
                      <a:pt x="120" y="87"/>
                      <a:pt x="120" y="87"/>
                    </a:cubicBezTo>
                    <a:cubicBezTo>
                      <a:pt x="104" y="87"/>
                      <a:pt x="104" y="87"/>
                      <a:pt x="104" y="87"/>
                    </a:cubicBezTo>
                    <a:cubicBezTo>
                      <a:pt x="112" y="84"/>
                      <a:pt x="117" y="78"/>
                      <a:pt x="119" y="70"/>
                    </a:cubicBezTo>
                    <a:cubicBezTo>
                      <a:pt x="120" y="64"/>
                      <a:pt x="119" y="59"/>
                      <a:pt x="117" y="56"/>
                    </a:cubicBezTo>
                    <a:cubicBezTo>
                      <a:pt x="113" y="51"/>
                      <a:pt x="105" y="52"/>
                      <a:pt x="98" y="52"/>
                    </a:cubicBezTo>
                    <a:cubicBezTo>
                      <a:pt x="97" y="52"/>
                      <a:pt x="86" y="52"/>
                      <a:pt x="86" y="52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145" y="2"/>
                      <a:pt x="145" y="2"/>
                      <a:pt x="145" y="2"/>
                    </a:cubicBezTo>
                    <a:cubicBezTo>
                      <a:pt x="145" y="52"/>
                      <a:pt x="145" y="52"/>
                      <a:pt x="145" y="52"/>
                    </a:cubicBezTo>
                    <a:cubicBezTo>
                      <a:pt x="145" y="52"/>
                      <a:pt x="145" y="52"/>
                      <a:pt x="145" y="52"/>
                    </a:cubicBezTo>
                    <a:close/>
                    <a:moveTo>
                      <a:pt x="135" y="87"/>
                    </a:moveTo>
                    <a:cubicBezTo>
                      <a:pt x="141" y="65"/>
                      <a:pt x="141" y="65"/>
                      <a:pt x="141" y="65"/>
                    </a:cubicBezTo>
                    <a:cubicBezTo>
                      <a:pt x="142" y="87"/>
                      <a:pt x="142" y="87"/>
                      <a:pt x="142" y="87"/>
                    </a:cubicBezTo>
                    <a:cubicBezTo>
                      <a:pt x="135" y="87"/>
                      <a:pt x="135" y="87"/>
                      <a:pt x="135" y="87"/>
                    </a:cubicBezTo>
                    <a:cubicBezTo>
                      <a:pt x="135" y="87"/>
                      <a:pt x="135" y="87"/>
                      <a:pt x="135" y="87"/>
                    </a:cubicBezTo>
                    <a:close/>
                    <a:moveTo>
                      <a:pt x="93" y="79"/>
                    </a:moveTo>
                    <a:cubicBezTo>
                      <a:pt x="93" y="79"/>
                      <a:pt x="93" y="79"/>
                      <a:pt x="93" y="79"/>
                    </a:cubicBezTo>
                    <a:cubicBezTo>
                      <a:pt x="92" y="79"/>
                      <a:pt x="91" y="79"/>
                      <a:pt x="91" y="79"/>
                    </a:cubicBezTo>
                    <a:cubicBezTo>
                      <a:pt x="90" y="79"/>
                      <a:pt x="89" y="79"/>
                      <a:pt x="89" y="79"/>
                    </a:cubicBezTo>
                    <a:cubicBezTo>
                      <a:pt x="85" y="79"/>
                      <a:pt x="85" y="79"/>
                      <a:pt x="85" y="79"/>
                    </a:cubicBezTo>
                    <a:cubicBezTo>
                      <a:pt x="87" y="72"/>
                      <a:pt x="87" y="72"/>
                      <a:pt x="87" y="72"/>
                    </a:cubicBezTo>
                    <a:cubicBezTo>
                      <a:pt x="87" y="69"/>
                      <a:pt x="87" y="69"/>
                      <a:pt x="87" y="69"/>
                    </a:cubicBezTo>
                    <a:cubicBezTo>
                      <a:pt x="89" y="62"/>
                      <a:pt x="89" y="62"/>
                      <a:pt x="89" y="62"/>
                    </a:cubicBezTo>
                    <a:cubicBezTo>
                      <a:pt x="90" y="62"/>
                      <a:pt x="91" y="62"/>
                      <a:pt x="92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100" y="62"/>
                      <a:pt x="103" y="62"/>
                      <a:pt x="104" y="63"/>
                    </a:cubicBezTo>
                    <a:cubicBezTo>
                      <a:pt x="105" y="65"/>
                      <a:pt x="105" y="67"/>
                      <a:pt x="104" y="70"/>
                    </a:cubicBezTo>
                    <a:cubicBezTo>
                      <a:pt x="102" y="75"/>
                      <a:pt x="100" y="78"/>
                      <a:pt x="93" y="79"/>
                    </a:cubicBezTo>
                    <a:moveTo>
                      <a:pt x="76" y="55"/>
                    </a:moveTo>
                    <a:cubicBezTo>
                      <a:pt x="75" y="58"/>
                      <a:pt x="75" y="58"/>
                      <a:pt x="75" y="58"/>
                    </a:cubicBezTo>
                    <a:cubicBezTo>
                      <a:pt x="67" y="86"/>
                      <a:pt x="67" y="86"/>
                      <a:pt x="67" y="86"/>
                    </a:cubicBezTo>
                    <a:cubicBezTo>
                      <a:pt x="67" y="87"/>
                      <a:pt x="67" y="87"/>
                      <a:pt x="67" y="87"/>
                    </a:cubicBezTo>
                    <a:cubicBezTo>
                      <a:pt x="39" y="87"/>
                      <a:pt x="39" y="87"/>
                      <a:pt x="39" y="87"/>
                    </a:cubicBezTo>
                    <a:cubicBezTo>
                      <a:pt x="37" y="82"/>
                      <a:pt x="37" y="82"/>
                      <a:pt x="37" y="82"/>
                    </a:cubicBezTo>
                    <a:cubicBezTo>
                      <a:pt x="67" y="52"/>
                      <a:pt x="67" y="52"/>
                      <a:pt x="67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18" y="52"/>
                      <a:pt x="18" y="52"/>
                      <a:pt x="18" y="5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55"/>
                      <a:pt x="76" y="55"/>
                      <a:pt x="76" y="55"/>
                    </a:cubicBezTo>
                    <a:cubicBezTo>
                      <a:pt x="76" y="55"/>
                      <a:pt x="76" y="55"/>
                      <a:pt x="76" y="55"/>
                    </a:cubicBezTo>
                    <a:close/>
                    <a:moveTo>
                      <a:pt x="22" y="87"/>
                    </a:moveTo>
                    <a:cubicBezTo>
                      <a:pt x="22" y="87"/>
                      <a:pt x="22" y="87"/>
                      <a:pt x="22" y="87"/>
                    </a:cubicBezTo>
                    <a:cubicBezTo>
                      <a:pt x="22" y="87"/>
                      <a:pt x="22" y="87"/>
                      <a:pt x="22" y="87"/>
                    </a:cubicBezTo>
                    <a:cubicBezTo>
                      <a:pt x="22" y="87"/>
                      <a:pt x="22" y="87"/>
                      <a:pt x="22" y="87"/>
                    </a:cubicBezTo>
                    <a:cubicBezTo>
                      <a:pt x="22" y="87"/>
                      <a:pt x="22" y="87"/>
                      <a:pt x="22" y="87"/>
                    </a:cubicBezTo>
                    <a:close/>
                    <a:moveTo>
                      <a:pt x="220" y="0"/>
                    </a:moveTo>
                    <a:cubicBezTo>
                      <a:pt x="220" y="57"/>
                      <a:pt x="220" y="57"/>
                      <a:pt x="220" y="57"/>
                    </a:cubicBezTo>
                    <a:cubicBezTo>
                      <a:pt x="218" y="59"/>
                      <a:pt x="216" y="60"/>
                      <a:pt x="215" y="62"/>
                    </a:cubicBezTo>
                    <a:cubicBezTo>
                      <a:pt x="215" y="0"/>
                      <a:pt x="215" y="0"/>
                      <a:pt x="215" y="0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152" y="52"/>
                      <a:pt x="152" y="52"/>
                      <a:pt x="152" y="52"/>
                    </a:cubicBezTo>
                    <a:cubicBezTo>
                      <a:pt x="147" y="52"/>
                      <a:pt x="147" y="52"/>
                      <a:pt x="147" y="52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14" y="113"/>
                      <a:pt x="14" y="113"/>
                      <a:pt x="14" y="113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35" y="113"/>
                      <a:pt x="35" y="113"/>
                      <a:pt x="35" y="113"/>
                    </a:cubicBezTo>
                    <a:cubicBezTo>
                      <a:pt x="52" y="113"/>
                      <a:pt x="52" y="113"/>
                      <a:pt x="52" y="113"/>
                    </a:cubicBezTo>
                    <a:cubicBezTo>
                      <a:pt x="40" y="89"/>
                      <a:pt x="40" y="89"/>
                      <a:pt x="40" y="89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59" y="113"/>
                      <a:pt x="59" y="113"/>
                      <a:pt x="59" y="113"/>
                    </a:cubicBezTo>
                    <a:cubicBezTo>
                      <a:pt x="74" y="113"/>
                      <a:pt x="74" y="113"/>
                      <a:pt x="74" y="113"/>
                    </a:cubicBezTo>
                    <a:cubicBezTo>
                      <a:pt x="81" y="89"/>
                      <a:pt x="81" y="89"/>
                      <a:pt x="81" y="89"/>
                    </a:cubicBezTo>
                    <a:cubicBezTo>
                      <a:pt x="85" y="89"/>
                      <a:pt x="85" y="89"/>
                      <a:pt x="85" y="89"/>
                    </a:cubicBezTo>
                    <a:cubicBezTo>
                      <a:pt x="85" y="89"/>
                      <a:pt x="85" y="89"/>
                      <a:pt x="85" y="89"/>
                    </a:cubicBezTo>
                    <a:cubicBezTo>
                      <a:pt x="90" y="89"/>
                      <a:pt x="90" y="89"/>
                      <a:pt x="90" y="89"/>
                    </a:cubicBezTo>
                    <a:cubicBezTo>
                      <a:pt x="90" y="89"/>
                      <a:pt x="90" y="89"/>
                      <a:pt x="90" y="89"/>
                    </a:cubicBezTo>
                    <a:cubicBezTo>
                      <a:pt x="119" y="89"/>
                      <a:pt x="119" y="89"/>
                      <a:pt x="119" y="89"/>
                    </a:cubicBezTo>
                    <a:cubicBezTo>
                      <a:pt x="112" y="113"/>
                      <a:pt x="112" y="113"/>
                      <a:pt x="112" y="113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5" y="89"/>
                      <a:pt x="135" y="89"/>
                      <a:pt x="135" y="89"/>
                    </a:cubicBezTo>
                    <a:cubicBezTo>
                      <a:pt x="142" y="89"/>
                      <a:pt x="142" y="89"/>
                      <a:pt x="142" y="89"/>
                    </a:cubicBezTo>
                    <a:cubicBezTo>
                      <a:pt x="142" y="113"/>
                      <a:pt x="142" y="113"/>
                      <a:pt x="142" y="113"/>
                    </a:cubicBezTo>
                    <a:cubicBezTo>
                      <a:pt x="155" y="113"/>
                      <a:pt x="155" y="113"/>
                      <a:pt x="155" y="113"/>
                    </a:cubicBezTo>
                    <a:cubicBezTo>
                      <a:pt x="170" y="89"/>
                      <a:pt x="170" y="89"/>
                      <a:pt x="170" y="89"/>
                    </a:cubicBezTo>
                    <a:cubicBezTo>
                      <a:pt x="180" y="89"/>
                      <a:pt x="180" y="89"/>
                      <a:pt x="180" y="89"/>
                    </a:cubicBezTo>
                    <a:cubicBezTo>
                      <a:pt x="175" y="113"/>
                      <a:pt x="175" y="113"/>
                      <a:pt x="175" y="113"/>
                    </a:cubicBezTo>
                    <a:cubicBezTo>
                      <a:pt x="190" y="113"/>
                      <a:pt x="190" y="113"/>
                      <a:pt x="190" y="113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204" y="89"/>
                      <a:pt x="204" y="89"/>
                      <a:pt x="204" y="89"/>
                    </a:cubicBezTo>
                    <a:cubicBezTo>
                      <a:pt x="203" y="96"/>
                      <a:pt x="205" y="103"/>
                      <a:pt x="210" y="108"/>
                    </a:cubicBezTo>
                    <a:cubicBezTo>
                      <a:pt x="216" y="113"/>
                      <a:pt x="225" y="114"/>
                      <a:pt x="232" y="114"/>
                    </a:cubicBezTo>
                    <a:cubicBezTo>
                      <a:pt x="241" y="114"/>
                      <a:pt x="251" y="113"/>
                      <a:pt x="260" y="111"/>
                    </a:cubicBezTo>
                    <a:cubicBezTo>
                      <a:pt x="266" y="89"/>
                      <a:pt x="266" y="89"/>
                      <a:pt x="266" y="89"/>
                    </a:cubicBezTo>
                    <a:cubicBezTo>
                      <a:pt x="283" y="89"/>
                      <a:pt x="283" y="89"/>
                      <a:pt x="283" y="89"/>
                    </a:cubicBezTo>
                    <a:cubicBezTo>
                      <a:pt x="283" y="0"/>
                      <a:pt x="283" y="0"/>
                      <a:pt x="283" y="0"/>
                    </a:cubicBezTo>
                    <a:cubicBezTo>
                      <a:pt x="220" y="0"/>
                      <a:pt x="220" y="0"/>
                      <a:pt x="220" y="0"/>
                    </a:cubicBezTo>
                    <a:cubicBezTo>
                      <a:pt x="220" y="0"/>
                      <a:pt x="220" y="0"/>
                      <a:pt x="220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09" name="Picture 2" descr="Microsoft Certified Trainer 2020-2021 - Acclaim">
                <a:extLst>
                  <a:ext uri="{FF2B5EF4-FFF2-40B4-BE49-F238E27FC236}">
                    <a16:creationId xmlns:a16="http://schemas.microsoft.com/office/drawing/2014/main" id="{10109BAE-AF5D-456D-ADCD-172FB4AC5E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398024" y="9037594"/>
                <a:ext cx="687269" cy="6872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" name="Picture 10" descr="Microsoft Certified: Azure Solutions Architect Expert">
                <a:extLst>
                  <a:ext uri="{FF2B5EF4-FFF2-40B4-BE49-F238E27FC236}">
                    <a16:creationId xmlns:a16="http://schemas.microsoft.com/office/drawing/2014/main" id="{940D8CC1-AB31-40ED-9C9A-2DC270D0AA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22668" y="9037594"/>
                <a:ext cx="687269" cy="6872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" name="Picture 8">
                <a:extLst>
                  <a:ext uri="{FF2B5EF4-FFF2-40B4-BE49-F238E27FC236}">
                    <a16:creationId xmlns:a16="http://schemas.microsoft.com/office/drawing/2014/main" id="{6D57C324-ABD1-4A5B-B0CB-B31F80A0F5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785147" y="9037594"/>
                <a:ext cx="687269" cy="6872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Picture 10">
                <a:extLst>
                  <a:ext uri="{FF2B5EF4-FFF2-40B4-BE49-F238E27FC236}">
                    <a16:creationId xmlns:a16="http://schemas.microsoft.com/office/drawing/2014/main" id="{9984D6DB-BBAC-4DC8-843F-A7B8256FE5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450390" y="9037594"/>
                <a:ext cx="687269" cy="6872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9DB06CE6-BA68-45C7-A51D-798897ACB212}"/>
              </a:ext>
            </a:extLst>
          </p:cNvPr>
          <p:cNvSpPr/>
          <p:nvPr/>
        </p:nvSpPr>
        <p:spPr>
          <a:xfrm>
            <a:off x="8993034" y="1916351"/>
            <a:ext cx="1617917" cy="1507582"/>
          </a:xfrm>
          <a:prstGeom prst="ellipse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571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147118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78" y="438012"/>
            <a:ext cx="10515600" cy="1325563"/>
          </a:xfrm>
        </p:spPr>
        <p:txBody>
          <a:bodyPr/>
          <a:lstStyle/>
          <a:p>
            <a:r>
              <a:rPr lang="en-GB"/>
              <a:t>Solution Architecture – The Role &amp; the challenge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FA2EB5-E599-416D-8EEB-67EF919DEAF4}"/>
              </a:ext>
            </a:extLst>
          </p:cNvPr>
          <p:cNvSpPr txBox="1">
            <a:spLocks/>
          </p:cNvSpPr>
          <p:nvPr/>
        </p:nvSpPr>
        <p:spPr>
          <a:xfrm>
            <a:off x="1671850" y="1815729"/>
            <a:ext cx="8291015" cy="4351338"/>
          </a:xfrm>
          <a:prstGeom prst="rect">
            <a:avLst/>
          </a:prstGeom>
        </p:spPr>
        <p:txBody>
          <a:bodyPr/>
          <a:lstStyle>
            <a:lvl1pPr marL="365760" indent="-36576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Definition</a:t>
            </a:r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r>
              <a:rPr lang="en-GB" i="1"/>
              <a:t>“The solution owner of all Microsoft products in the project”</a:t>
            </a:r>
            <a:r>
              <a:rPr lang="en-GB"/>
              <a:t> MS Fast Track </a:t>
            </a:r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76106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78" y="438012"/>
            <a:ext cx="10515600" cy="1325563"/>
          </a:xfrm>
        </p:spPr>
        <p:txBody>
          <a:bodyPr/>
          <a:lstStyle/>
          <a:p>
            <a:r>
              <a:rPr lang="en-GB"/>
              <a:t>Solution Architecture – The Role &amp; the challenge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64FCAC0-FF81-4201-9168-7472FD3D0D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4895992"/>
              </p:ext>
            </p:extLst>
          </p:nvPr>
        </p:nvGraphicFramePr>
        <p:xfrm>
          <a:off x="2441433" y="1815729"/>
          <a:ext cx="6607033" cy="387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128ED522-0EA0-449A-8B18-CFFAEACBF838}"/>
              </a:ext>
            </a:extLst>
          </p:cNvPr>
          <p:cNvSpPr/>
          <p:nvPr/>
        </p:nvSpPr>
        <p:spPr>
          <a:xfrm>
            <a:off x="3957851" y="5868537"/>
            <a:ext cx="3548418" cy="3684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Approach and Mindset</a:t>
            </a: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382967CD-745B-48D1-AFC2-BA016782A6A6}"/>
              </a:ext>
            </a:extLst>
          </p:cNvPr>
          <p:cNvSpPr/>
          <p:nvPr/>
        </p:nvSpPr>
        <p:spPr>
          <a:xfrm rot="17808606">
            <a:off x="2714010" y="3567887"/>
            <a:ext cx="3548418" cy="3684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Time and Quality 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86267AFD-96C1-4FB3-9F83-4456E96FD7EC}"/>
              </a:ext>
            </a:extLst>
          </p:cNvPr>
          <p:cNvSpPr/>
          <p:nvPr/>
        </p:nvSpPr>
        <p:spPr>
          <a:xfrm rot="3793443">
            <a:off x="5224817" y="3578323"/>
            <a:ext cx="3548418" cy="3684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Scope and Solution</a:t>
            </a:r>
          </a:p>
        </p:txBody>
      </p:sp>
    </p:spTree>
    <p:extLst>
      <p:ext uri="{BB962C8B-B14F-4D97-AF65-F5344CB8AC3E}">
        <p14:creationId xmlns:p14="http://schemas.microsoft.com/office/powerpoint/2010/main" val="134507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Solution Architecture – The Wheel</a:t>
            </a:r>
          </a:p>
        </p:txBody>
      </p:sp>
      <p:pic>
        <p:nvPicPr>
          <p:cNvPr id="1026" name="Picture 2" descr="Emily and Melissa – Thank you for sharing “The History of the Wheel” and  how it revolutionized the world!">
            <a:extLst>
              <a:ext uri="{FF2B5EF4-FFF2-40B4-BE49-F238E27FC236}">
                <a16:creationId xmlns:a16="http://schemas.microsoft.com/office/drawing/2014/main" id="{EF51A043-2E37-45B1-AD35-211841E96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077" y="1414765"/>
            <a:ext cx="5590623" cy="507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082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Solution Architecture – Holistic View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7C1A329-08E8-479C-AE17-AD081EF48545}"/>
              </a:ext>
            </a:extLst>
          </p:cNvPr>
          <p:cNvGrpSpPr/>
          <p:nvPr/>
        </p:nvGrpSpPr>
        <p:grpSpPr>
          <a:xfrm>
            <a:off x="1979307" y="1581343"/>
            <a:ext cx="7628427" cy="3331151"/>
            <a:chOff x="1004640" y="1330129"/>
            <a:chExt cx="10403866" cy="4543119"/>
          </a:xfrm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23E7CDBC-E74D-46F3-B70F-28FFB6A6163B}"/>
                </a:ext>
              </a:extLst>
            </p:cNvPr>
            <p:cNvSpPr/>
            <p:nvPr/>
          </p:nvSpPr>
          <p:spPr>
            <a:xfrm>
              <a:off x="4910178" y="1851450"/>
              <a:ext cx="1075234" cy="679249"/>
            </a:xfrm>
            <a:custGeom>
              <a:avLst/>
              <a:gdLst>
                <a:gd name="connsiteX0" fmla="*/ 1693699 w 1693699"/>
                <a:gd name="connsiteY0" fmla="*/ 0 h 1069947"/>
                <a:gd name="connsiteX1" fmla="*/ 1693699 w 1693699"/>
                <a:gd name="connsiteY1" fmla="*/ 537943 h 1069947"/>
                <a:gd name="connsiteX2" fmla="*/ 1627388 w 1693699"/>
                <a:gd name="connsiteY2" fmla="*/ 541291 h 1069947"/>
                <a:gd name="connsiteX3" fmla="*/ 397225 w 1693699"/>
                <a:gd name="connsiteY3" fmla="*/ 1055591 h 1069947"/>
                <a:gd name="connsiteX4" fmla="*/ 381429 w 1693699"/>
                <a:gd name="connsiteY4" fmla="*/ 1069947 h 1069947"/>
                <a:gd name="connsiteX5" fmla="*/ 0 w 1693699"/>
                <a:gd name="connsiteY5" fmla="*/ 688518 h 1069947"/>
                <a:gd name="connsiteX6" fmla="*/ 51414 w 1693699"/>
                <a:gd name="connsiteY6" fmla="*/ 641790 h 1069947"/>
                <a:gd name="connsiteX7" fmla="*/ 1571801 w 1693699"/>
                <a:gd name="connsiteY7" fmla="*/ 6154 h 1069947"/>
                <a:gd name="connsiteX8" fmla="*/ 1693699 w 1693699"/>
                <a:gd name="connsiteY8" fmla="*/ 0 h 1069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699" h="1069947">
                  <a:moveTo>
                    <a:pt x="1693699" y="0"/>
                  </a:moveTo>
                  <a:lnTo>
                    <a:pt x="1693699" y="537943"/>
                  </a:lnTo>
                  <a:lnTo>
                    <a:pt x="1627388" y="541291"/>
                  </a:lnTo>
                  <a:cubicBezTo>
                    <a:pt x="1162599" y="588493"/>
                    <a:pt x="738646" y="773826"/>
                    <a:pt x="397225" y="1055591"/>
                  </a:cubicBezTo>
                  <a:lnTo>
                    <a:pt x="381429" y="1069947"/>
                  </a:lnTo>
                  <a:lnTo>
                    <a:pt x="0" y="688518"/>
                  </a:lnTo>
                  <a:lnTo>
                    <a:pt x="51414" y="641790"/>
                  </a:lnTo>
                  <a:cubicBezTo>
                    <a:pt x="473383" y="293549"/>
                    <a:pt x="997358" y="64493"/>
                    <a:pt x="1571801" y="6154"/>
                  </a:cubicBezTo>
                  <a:lnTo>
                    <a:pt x="16936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B3038CE7-743A-4675-B883-7BF32B9B0B42}"/>
                </a:ext>
              </a:extLst>
            </p:cNvPr>
            <p:cNvSpPr/>
            <p:nvPr/>
          </p:nvSpPr>
          <p:spPr>
            <a:xfrm>
              <a:off x="6200358" y="1851450"/>
              <a:ext cx="1114687" cy="711078"/>
            </a:xfrm>
            <a:custGeom>
              <a:avLst/>
              <a:gdLst>
                <a:gd name="connsiteX0" fmla="*/ 0 w 1755846"/>
                <a:gd name="connsiteY0" fmla="*/ 0 h 1120084"/>
                <a:gd name="connsiteX1" fmla="*/ 121898 w 1755846"/>
                <a:gd name="connsiteY1" fmla="*/ 6156 h 1120084"/>
                <a:gd name="connsiteX2" fmla="*/ 1642286 w 1755846"/>
                <a:gd name="connsiteY2" fmla="*/ 641791 h 1120084"/>
                <a:gd name="connsiteX3" fmla="*/ 1755846 w 1755846"/>
                <a:gd name="connsiteY3" fmla="*/ 745002 h 1120084"/>
                <a:gd name="connsiteX4" fmla="*/ 1367438 w 1755846"/>
                <a:gd name="connsiteY4" fmla="*/ 1120084 h 1120084"/>
                <a:gd name="connsiteX5" fmla="*/ 1296478 w 1755846"/>
                <a:gd name="connsiteY5" fmla="*/ 1055591 h 1120084"/>
                <a:gd name="connsiteX6" fmla="*/ 66315 w 1755846"/>
                <a:gd name="connsiteY6" fmla="*/ 541291 h 1120084"/>
                <a:gd name="connsiteX7" fmla="*/ 0 w 1755846"/>
                <a:gd name="connsiteY7" fmla="*/ 537942 h 1120084"/>
                <a:gd name="connsiteX8" fmla="*/ 0 w 1755846"/>
                <a:gd name="connsiteY8" fmla="*/ 0 h 1120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5846" h="1120084">
                  <a:moveTo>
                    <a:pt x="0" y="0"/>
                  </a:moveTo>
                  <a:lnTo>
                    <a:pt x="121898" y="6156"/>
                  </a:lnTo>
                  <a:cubicBezTo>
                    <a:pt x="696341" y="64493"/>
                    <a:pt x="1220316" y="293550"/>
                    <a:pt x="1642286" y="641791"/>
                  </a:cubicBezTo>
                  <a:lnTo>
                    <a:pt x="1755846" y="745002"/>
                  </a:lnTo>
                  <a:lnTo>
                    <a:pt x="1367438" y="1120084"/>
                  </a:lnTo>
                  <a:lnTo>
                    <a:pt x="1296478" y="1055591"/>
                  </a:lnTo>
                  <a:cubicBezTo>
                    <a:pt x="955057" y="773826"/>
                    <a:pt x="531104" y="588493"/>
                    <a:pt x="66315" y="541291"/>
                  </a:cubicBezTo>
                  <a:lnTo>
                    <a:pt x="0" y="537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764C5647-414D-409C-B5A6-B014EB61536B}"/>
                </a:ext>
              </a:extLst>
            </p:cNvPr>
            <p:cNvSpPr/>
            <p:nvPr/>
          </p:nvSpPr>
          <p:spPr>
            <a:xfrm>
              <a:off x="4290294" y="2439072"/>
              <a:ext cx="708744" cy="1107497"/>
            </a:xfrm>
            <a:custGeom>
              <a:avLst/>
              <a:gdLst>
                <a:gd name="connsiteX0" fmla="*/ 734706 w 1116407"/>
                <a:gd name="connsiteY0" fmla="*/ 0 h 1744519"/>
                <a:gd name="connsiteX1" fmla="*/ 1116407 w 1116407"/>
                <a:gd name="connsiteY1" fmla="*/ 381701 h 1744519"/>
                <a:gd name="connsiteX2" fmla="*/ 1061297 w 1116407"/>
                <a:gd name="connsiteY2" fmla="*/ 442337 h 1744519"/>
                <a:gd name="connsiteX3" fmla="*/ 546997 w 1116407"/>
                <a:gd name="connsiteY3" fmla="*/ 1672500 h 1744519"/>
                <a:gd name="connsiteX4" fmla="*/ 543360 w 1116407"/>
                <a:gd name="connsiteY4" fmla="*/ 1744519 h 1744519"/>
                <a:gd name="connsiteX5" fmla="*/ 0 w 1116407"/>
                <a:gd name="connsiteY5" fmla="*/ 1744519 h 1744519"/>
                <a:gd name="connsiteX6" fmla="*/ 6155 w 1116407"/>
                <a:gd name="connsiteY6" fmla="*/ 1622620 h 1744519"/>
                <a:gd name="connsiteX7" fmla="*/ 641790 w 1116407"/>
                <a:gd name="connsiteY7" fmla="*/ 102233 h 1744519"/>
                <a:gd name="connsiteX8" fmla="*/ 734706 w 1116407"/>
                <a:gd name="connsiteY8" fmla="*/ 0 h 1744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6407" h="1744519">
                  <a:moveTo>
                    <a:pt x="734706" y="0"/>
                  </a:moveTo>
                  <a:lnTo>
                    <a:pt x="1116407" y="381701"/>
                  </a:lnTo>
                  <a:lnTo>
                    <a:pt x="1061297" y="442337"/>
                  </a:lnTo>
                  <a:cubicBezTo>
                    <a:pt x="779531" y="783758"/>
                    <a:pt x="594199" y="1207712"/>
                    <a:pt x="546997" y="1672500"/>
                  </a:cubicBezTo>
                  <a:lnTo>
                    <a:pt x="543360" y="1744519"/>
                  </a:lnTo>
                  <a:lnTo>
                    <a:pt x="0" y="1744519"/>
                  </a:lnTo>
                  <a:lnTo>
                    <a:pt x="6155" y="1622620"/>
                  </a:lnTo>
                  <a:cubicBezTo>
                    <a:pt x="64493" y="1048177"/>
                    <a:pt x="293551" y="524202"/>
                    <a:pt x="641790" y="102233"/>
                  </a:cubicBezTo>
                  <a:lnTo>
                    <a:pt x="734706" y="0"/>
                  </a:lnTo>
                  <a:close/>
                </a:path>
              </a:pathLst>
            </a:cu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5CA3F26C-1BCE-4E45-BD45-984627A55271}"/>
                </a:ext>
              </a:extLst>
            </p:cNvPr>
            <p:cNvSpPr/>
            <p:nvPr/>
          </p:nvSpPr>
          <p:spPr>
            <a:xfrm>
              <a:off x="7218554" y="2478512"/>
              <a:ext cx="676923" cy="1088159"/>
            </a:xfrm>
            <a:custGeom>
              <a:avLst/>
              <a:gdLst>
                <a:gd name="connsiteX0" fmla="*/ 388038 w 1066283"/>
                <a:gd name="connsiteY0" fmla="*/ 0 h 1682396"/>
                <a:gd name="connsiteX1" fmla="*/ 424493 w 1066283"/>
                <a:gd name="connsiteY1" fmla="*/ 40110 h 1682396"/>
                <a:gd name="connsiteX2" fmla="*/ 1060128 w 1066283"/>
                <a:gd name="connsiteY2" fmla="*/ 1560498 h 1682396"/>
                <a:gd name="connsiteX3" fmla="*/ 1066283 w 1066283"/>
                <a:gd name="connsiteY3" fmla="*/ 1682396 h 1682396"/>
                <a:gd name="connsiteX4" fmla="*/ 522926 w 1066283"/>
                <a:gd name="connsiteY4" fmla="*/ 1682396 h 1682396"/>
                <a:gd name="connsiteX5" fmla="*/ 519289 w 1066283"/>
                <a:gd name="connsiteY5" fmla="*/ 1610377 h 1682396"/>
                <a:gd name="connsiteX6" fmla="*/ 4989 w 1066283"/>
                <a:gd name="connsiteY6" fmla="*/ 380214 h 1682396"/>
                <a:gd name="connsiteX7" fmla="*/ 0 w 1066283"/>
                <a:gd name="connsiteY7" fmla="*/ 374724 h 1682396"/>
                <a:gd name="connsiteX8" fmla="*/ 388038 w 1066283"/>
                <a:gd name="connsiteY8" fmla="*/ 0 h 168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83" h="1682396">
                  <a:moveTo>
                    <a:pt x="388038" y="0"/>
                  </a:moveTo>
                  <a:lnTo>
                    <a:pt x="424493" y="40110"/>
                  </a:lnTo>
                  <a:cubicBezTo>
                    <a:pt x="772733" y="462079"/>
                    <a:pt x="1001790" y="986054"/>
                    <a:pt x="1060128" y="1560498"/>
                  </a:cubicBezTo>
                  <a:lnTo>
                    <a:pt x="1066283" y="1682396"/>
                  </a:lnTo>
                  <a:lnTo>
                    <a:pt x="522926" y="1682396"/>
                  </a:lnTo>
                  <a:lnTo>
                    <a:pt x="519289" y="1610377"/>
                  </a:lnTo>
                  <a:cubicBezTo>
                    <a:pt x="472087" y="1145589"/>
                    <a:pt x="286755" y="721635"/>
                    <a:pt x="4989" y="380214"/>
                  </a:cubicBezTo>
                  <a:lnTo>
                    <a:pt x="0" y="374724"/>
                  </a:lnTo>
                  <a:lnTo>
                    <a:pt x="388038" y="0"/>
                  </a:lnTo>
                  <a:close/>
                </a:path>
              </a:pathLst>
            </a:custGeom>
            <a:solidFill>
              <a:srgbClr val="470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529BF39-5F80-4381-B68D-C0CD6592F562}"/>
                </a:ext>
              </a:extLst>
            </p:cNvPr>
            <p:cNvSpPr/>
            <p:nvPr/>
          </p:nvSpPr>
          <p:spPr>
            <a:xfrm>
              <a:off x="4290294" y="3761514"/>
              <a:ext cx="680430" cy="1068058"/>
            </a:xfrm>
            <a:custGeom>
              <a:avLst/>
              <a:gdLst>
                <a:gd name="connsiteX0" fmla="*/ 0 w 1071808"/>
                <a:gd name="connsiteY0" fmla="*/ 0 h 1682396"/>
                <a:gd name="connsiteX1" fmla="*/ 543937 w 1071808"/>
                <a:gd name="connsiteY1" fmla="*/ 0 h 1682396"/>
                <a:gd name="connsiteX2" fmla="*/ 546997 w 1071808"/>
                <a:gd name="connsiteY2" fmla="*/ 60609 h 1682396"/>
                <a:gd name="connsiteX3" fmla="*/ 1061297 w 1071808"/>
                <a:gd name="connsiteY3" fmla="*/ 1290772 h 1682396"/>
                <a:gd name="connsiteX4" fmla="*/ 1071808 w 1071808"/>
                <a:gd name="connsiteY4" fmla="*/ 1302337 h 1682396"/>
                <a:gd name="connsiteX5" fmla="*/ 678246 w 1071808"/>
                <a:gd name="connsiteY5" fmla="*/ 1682396 h 1682396"/>
                <a:gd name="connsiteX6" fmla="*/ 641790 w 1071808"/>
                <a:gd name="connsiteY6" fmla="*/ 1642286 h 1682396"/>
                <a:gd name="connsiteX7" fmla="*/ 6156 w 1071808"/>
                <a:gd name="connsiteY7" fmla="*/ 121898 h 1682396"/>
                <a:gd name="connsiteX8" fmla="*/ 0 w 1071808"/>
                <a:gd name="connsiteY8" fmla="*/ 0 h 168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1808" h="1682396">
                  <a:moveTo>
                    <a:pt x="0" y="0"/>
                  </a:moveTo>
                  <a:lnTo>
                    <a:pt x="543937" y="0"/>
                  </a:lnTo>
                  <a:lnTo>
                    <a:pt x="546997" y="60609"/>
                  </a:lnTo>
                  <a:cubicBezTo>
                    <a:pt x="594199" y="525398"/>
                    <a:pt x="779531" y="949351"/>
                    <a:pt x="1061297" y="1290772"/>
                  </a:cubicBezTo>
                  <a:lnTo>
                    <a:pt x="1071808" y="1302337"/>
                  </a:lnTo>
                  <a:lnTo>
                    <a:pt x="678246" y="1682396"/>
                  </a:lnTo>
                  <a:lnTo>
                    <a:pt x="641790" y="1642286"/>
                  </a:lnTo>
                  <a:cubicBezTo>
                    <a:pt x="293551" y="1220316"/>
                    <a:pt x="64493" y="696342"/>
                    <a:pt x="6156" y="12189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7DD7C42C-0F42-42B9-9EFF-4E6E45E640A3}"/>
                </a:ext>
              </a:extLst>
            </p:cNvPr>
            <p:cNvSpPr/>
            <p:nvPr/>
          </p:nvSpPr>
          <p:spPr>
            <a:xfrm>
              <a:off x="7212606" y="3761516"/>
              <a:ext cx="682869" cy="1075233"/>
            </a:xfrm>
            <a:custGeom>
              <a:avLst/>
              <a:gdLst>
                <a:gd name="connsiteX0" fmla="*/ 531717 w 1075650"/>
                <a:gd name="connsiteY0" fmla="*/ 0 h 1693698"/>
                <a:gd name="connsiteX1" fmla="*/ 1075650 w 1075650"/>
                <a:gd name="connsiteY1" fmla="*/ 0 h 1693698"/>
                <a:gd name="connsiteX2" fmla="*/ 1069496 w 1075650"/>
                <a:gd name="connsiteY2" fmla="*/ 121896 h 1693698"/>
                <a:gd name="connsiteX3" fmla="*/ 433860 w 1075650"/>
                <a:gd name="connsiteY3" fmla="*/ 1642283 h 1693698"/>
                <a:gd name="connsiteX4" fmla="*/ 387133 w 1075650"/>
                <a:gd name="connsiteY4" fmla="*/ 1693698 h 1693698"/>
                <a:gd name="connsiteX5" fmla="*/ 0 w 1075650"/>
                <a:gd name="connsiteY5" fmla="*/ 1306566 h 1693698"/>
                <a:gd name="connsiteX6" fmla="*/ 14357 w 1075650"/>
                <a:gd name="connsiteY6" fmla="*/ 1290769 h 1693698"/>
                <a:gd name="connsiteX7" fmla="*/ 528657 w 1075650"/>
                <a:gd name="connsiteY7" fmla="*/ 60606 h 1693698"/>
                <a:gd name="connsiteX8" fmla="*/ 531717 w 1075650"/>
                <a:gd name="connsiteY8" fmla="*/ 0 h 1693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5650" h="1693698">
                  <a:moveTo>
                    <a:pt x="531717" y="0"/>
                  </a:moveTo>
                  <a:lnTo>
                    <a:pt x="1075650" y="0"/>
                  </a:lnTo>
                  <a:lnTo>
                    <a:pt x="1069496" y="121896"/>
                  </a:lnTo>
                  <a:cubicBezTo>
                    <a:pt x="1011158" y="696340"/>
                    <a:pt x="782101" y="1220315"/>
                    <a:pt x="433860" y="1642283"/>
                  </a:cubicBezTo>
                  <a:lnTo>
                    <a:pt x="387133" y="1693698"/>
                  </a:lnTo>
                  <a:lnTo>
                    <a:pt x="0" y="1306566"/>
                  </a:lnTo>
                  <a:lnTo>
                    <a:pt x="14357" y="1290769"/>
                  </a:lnTo>
                  <a:cubicBezTo>
                    <a:pt x="296123" y="949348"/>
                    <a:pt x="481455" y="525395"/>
                    <a:pt x="528657" y="60606"/>
                  </a:cubicBezTo>
                  <a:lnTo>
                    <a:pt x="5317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FA0222CC-D0B0-4CB9-BB97-6A1AC73C5429}"/>
                </a:ext>
              </a:extLst>
            </p:cNvPr>
            <p:cNvSpPr/>
            <p:nvPr/>
          </p:nvSpPr>
          <p:spPr>
            <a:xfrm>
              <a:off x="4870725" y="4741824"/>
              <a:ext cx="1114687" cy="714810"/>
            </a:xfrm>
            <a:custGeom>
              <a:avLst/>
              <a:gdLst>
                <a:gd name="connsiteX0" fmla="*/ 394497 w 1755845"/>
                <a:gd name="connsiteY0" fmla="*/ 0 h 1125962"/>
                <a:gd name="connsiteX1" fmla="*/ 459371 w 1755845"/>
                <a:gd name="connsiteY1" fmla="*/ 58961 h 1125962"/>
                <a:gd name="connsiteX2" fmla="*/ 1689534 w 1755845"/>
                <a:gd name="connsiteY2" fmla="*/ 573261 h 1125962"/>
                <a:gd name="connsiteX3" fmla="*/ 1755845 w 1755845"/>
                <a:gd name="connsiteY3" fmla="*/ 576610 h 1125962"/>
                <a:gd name="connsiteX4" fmla="*/ 1755845 w 1755845"/>
                <a:gd name="connsiteY4" fmla="*/ 1125962 h 1125962"/>
                <a:gd name="connsiteX5" fmla="*/ 1633947 w 1755845"/>
                <a:gd name="connsiteY5" fmla="*/ 1119806 h 1125962"/>
                <a:gd name="connsiteX6" fmla="*/ 113560 w 1755845"/>
                <a:gd name="connsiteY6" fmla="*/ 484172 h 1125962"/>
                <a:gd name="connsiteX7" fmla="*/ 0 w 1755845"/>
                <a:gd name="connsiteY7" fmla="*/ 380961 h 1125962"/>
                <a:gd name="connsiteX8" fmla="*/ 394497 w 1755845"/>
                <a:gd name="connsiteY8" fmla="*/ 0 h 1125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5845" h="1125962">
                  <a:moveTo>
                    <a:pt x="394497" y="0"/>
                  </a:moveTo>
                  <a:lnTo>
                    <a:pt x="459371" y="58961"/>
                  </a:lnTo>
                  <a:cubicBezTo>
                    <a:pt x="800792" y="340727"/>
                    <a:pt x="1224745" y="526059"/>
                    <a:pt x="1689534" y="573261"/>
                  </a:cubicBezTo>
                  <a:lnTo>
                    <a:pt x="1755845" y="576610"/>
                  </a:lnTo>
                  <a:lnTo>
                    <a:pt x="1755845" y="1125962"/>
                  </a:lnTo>
                  <a:lnTo>
                    <a:pt x="1633947" y="1119806"/>
                  </a:lnTo>
                  <a:cubicBezTo>
                    <a:pt x="1059504" y="1061469"/>
                    <a:pt x="535528" y="832412"/>
                    <a:pt x="113560" y="484172"/>
                  </a:cubicBezTo>
                  <a:lnTo>
                    <a:pt x="0" y="380961"/>
                  </a:lnTo>
                  <a:lnTo>
                    <a:pt x="394497" y="0"/>
                  </a:lnTo>
                  <a:close/>
                </a:path>
              </a:pathLst>
            </a:custGeom>
            <a:solidFill>
              <a:srgbClr val="C6007E"/>
            </a:solidFill>
            <a:ln>
              <a:solidFill>
                <a:srgbClr val="C600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10BEAE62-A2E4-4FD7-8D2B-DF6B64FA3354}"/>
                </a:ext>
              </a:extLst>
            </p:cNvPr>
            <p:cNvSpPr/>
            <p:nvPr/>
          </p:nvSpPr>
          <p:spPr>
            <a:xfrm>
              <a:off x="6200358" y="4744270"/>
              <a:ext cx="1107497" cy="712366"/>
            </a:xfrm>
            <a:custGeom>
              <a:avLst/>
              <a:gdLst>
                <a:gd name="connsiteX0" fmla="*/ 1357115 w 1744519"/>
                <a:gd name="connsiteY0" fmla="*/ 0 h 1122111"/>
                <a:gd name="connsiteX1" fmla="*/ 1744519 w 1744519"/>
                <a:gd name="connsiteY1" fmla="*/ 387404 h 1122111"/>
                <a:gd name="connsiteX2" fmla="*/ 1642285 w 1744519"/>
                <a:gd name="connsiteY2" fmla="*/ 480320 h 1122111"/>
                <a:gd name="connsiteX3" fmla="*/ 121898 w 1744519"/>
                <a:gd name="connsiteY3" fmla="*/ 1115955 h 1122111"/>
                <a:gd name="connsiteX4" fmla="*/ 0 w 1744519"/>
                <a:gd name="connsiteY4" fmla="*/ 1122111 h 1122111"/>
                <a:gd name="connsiteX5" fmla="*/ 0 w 1744519"/>
                <a:gd name="connsiteY5" fmla="*/ 572759 h 1122111"/>
                <a:gd name="connsiteX6" fmla="*/ 66315 w 1744519"/>
                <a:gd name="connsiteY6" fmla="*/ 569410 h 1122111"/>
                <a:gd name="connsiteX7" fmla="*/ 1296478 w 1744519"/>
                <a:gd name="connsiteY7" fmla="*/ 55110 h 1122111"/>
                <a:gd name="connsiteX8" fmla="*/ 1357115 w 1744519"/>
                <a:gd name="connsiteY8" fmla="*/ 0 h 112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519" h="1122111">
                  <a:moveTo>
                    <a:pt x="1357115" y="0"/>
                  </a:moveTo>
                  <a:lnTo>
                    <a:pt x="1744519" y="387404"/>
                  </a:lnTo>
                  <a:lnTo>
                    <a:pt x="1642285" y="480320"/>
                  </a:lnTo>
                  <a:cubicBezTo>
                    <a:pt x="1220315" y="828561"/>
                    <a:pt x="696341" y="1057618"/>
                    <a:pt x="121898" y="1115955"/>
                  </a:cubicBezTo>
                  <a:lnTo>
                    <a:pt x="0" y="1122111"/>
                  </a:lnTo>
                  <a:lnTo>
                    <a:pt x="0" y="572759"/>
                  </a:lnTo>
                  <a:lnTo>
                    <a:pt x="66315" y="569410"/>
                  </a:lnTo>
                  <a:cubicBezTo>
                    <a:pt x="531104" y="522208"/>
                    <a:pt x="955057" y="336876"/>
                    <a:pt x="1296478" y="55110"/>
                  </a:cubicBezTo>
                  <a:lnTo>
                    <a:pt x="1357115" y="0"/>
                  </a:lnTo>
                  <a:close/>
                </a:path>
              </a:pathLst>
            </a:custGeom>
            <a:solidFill>
              <a:srgbClr val="00A3A1"/>
            </a:solidFill>
            <a:ln>
              <a:solidFill>
                <a:srgbClr val="00A3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C2002D47-9EAA-47A0-802F-5BF93FD0811C}"/>
                </a:ext>
              </a:extLst>
            </p:cNvPr>
            <p:cNvSpPr/>
            <p:nvPr/>
          </p:nvSpPr>
          <p:spPr>
            <a:xfrm>
              <a:off x="7556231" y="3551243"/>
              <a:ext cx="1124720" cy="29024"/>
            </a:xfrm>
            <a:custGeom>
              <a:avLst/>
              <a:gdLst>
                <a:gd name="connsiteX0" fmla="*/ 0 w 2019300"/>
                <a:gd name="connsiteY0" fmla="*/ 0 h 0"/>
                <a:gd name="connsiteX1" fmla="*/ 2019300 w 20193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9300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>
              <a:solidFill>
                <a:srgbClr val="470A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C76E9BD-A76B-492D-8CCB-16D419230EC1}"/>
                </a:ext>
              </a:extLst>
            </p:cNvPr>
            <p:cNvSpPr txBox="1"/>
            <p:nvPr/>
          </p:nvSpPr>
          <p:spPr>
            <a:xfrm>
              <a:off x="8335047" y="1330129"/>
              <a:ext cx="2500782" cy="2325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483698"/>
                  </a:solidFill>
                </a:rPr>
                <a:t>Technical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E8FF21D-E2A9-497E-9BF1-9D664E0FFCDB}"/>
                </a:ext>
              </a:extLst>
            </p:cNvPr>
            <p:cNvSpPr txBox="1"/>
            <p:nvPr/>
          </p:nvSpPr>
          <p:spPr>
            <a:xfrm>
              <a:off x="8335047" y="1596966"/>
              <a:ext cx="2500782" cy="9654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900"/>
                <a:t>Azure components</a:t>
              </a:r>
            </a:p>
            <a:p>
              <a:pPr>
                <a:spcAft>
                  <a:spcPts val="600"/>
                </a:spcAft>
              </a:pPr>
              <a:r>
                <a:rPr lang="en-GB" sz="900"/>
                <a:t>Core application competence</a:t>
              </a:r>
            </a:p>
            <a:p>
              <a:pPr>
                <a:spcAft>
                  <a:spcPts val="600"/>
                </a:spcAft>
              </a:pPr>
              <a:r>
                <a:rPr lang="en-GB" sz="900"/>
                <a:t>Fit/Gap across the technologies (e.g.)SA from CE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E1B5A01-BE34-4353-91B0-6707C7CE3D4D}"/>
                </a:ext>
              </a:extLst>
            </p:cNvPr>
            <p:cNvSpPr txBox="1"/>
            <p:nvPr/>
          </p:nvSpPr>
          <p:spPr>
            <a:xfrm>
              <a:off x="8907724" y="2915272"/>
              <a:ext cx="2500782" cy="2325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470A68"/>
                  </a:solidFill>
                </a:rPr>
                <a:t>Functional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B272473-06EC-4324-848C-1186437B1194}"/>
                </a:ext>
              </a:extLst>
            </p:cNvPr>
            <p:cNvSpPr txBox="1"/>
            <p:nvPr/>
          </p:nvSpPr>
          <p:spPr>
            <a:xfrm>
              <a:off x="8907725" y="3182108"/>
              <a:ext cx="2500781" cy="8604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900"/>
                <a:t>Business awareness (e.g.) Org structures, finance (e.g.) Basic concepts</a:t>
              </a:r>
            </a:p>
            <a:p>
              <a:pPr>
                <a:spcAft>
                  <a:spcPts val="600"/>
                </a:spcAft>
              </a:pPr>
              <a:r>
                <a:rPr lang="en-GB" sz="900"/>
                <a:t>Common business terminology (e.g.) DOA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93AE52B-DE5B-49B7-BF72-5433DA25E9F4}"/>
                </a:ext>
              </a:extLst>
            </p:cNvPr>
            <p:cNvSpPr txBox="1"/>
            <p:nvPr/>
          </p:nvSpPr>
          <p:spPr>
            <a:xfrm>
              <a:off x="8635780" y="4618409"/>
              <a:ext cx="2500782" cy="2325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EAAA00"/>
                  </a:solidFill>
                </a:rPr>
                <a:t>Method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3EE7E12-E5ED-408E-862C-944C6016A49E}"/>
                </a:ext>
              </a:extLst>
            </p:cNvPr>
            <p:cNvSpPr txBox="1"/>
            <p:nvPr/>
          </p:nvSpPr>
          <p:spPr>
            <a:xfrm>
              <a:off x="8635780" y="4885242"/>
              <a:ext cx="2500782" cy="7765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900"/>
                <a:t>Method and approach</a:t>
              </a:r>
            </a:p>
            <a:p>
              <a:pPr>
                <a:spcAft>
                  <a:spcPts val="600"/>
                </a:spcAft>
              </a:pPr>
              <a:r>
                <a:rPr lang="en-GB" sz="900"/>
                <a:t>Tooling </a:t>
              </a:r>
            </a:p>
            <a:p>
              <a:pPr>
                <a:spcAft>
                  <a:spcPts val="600"/>
                </a:spcAft>
              </a:pPr>
              <a:r>
                <a:rPr lang="en-GB" sz="900"/>
                <a:t>Estimating</a:t>
              </a:r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88CCDBF9-F9BB-42A7-85E8-E996D7400D65}"/>
                </a:ext>
              </a:extLst>
            </p:cNvPr>
            <p:cNvSpPr/>
            <p:nvPr/>
          </p:nvSpPr>
          <p:spPr>
            <a:xfrm>
              <a:off x="7060387" y="1330325"/>
              <a:ext cx="3640224" cy="1230442"/>
            </a:xfrm>
            <a:custGeom>
              <a:avLst/>
              <a:gdLst>
                <a:gd name="connsiteX0" fmla="*/ 0 w 5734050"/>
                <a:gd name="connsiteY0" fmla="*/ 1885950 h 1885950"/>
                <a:gd name="connsiteX1" fmla="*/ 1885950 w 5734050"/>
                <a:gd name="connsiteY1" fmla="*/ 0 h 1885950"/>
                <a:gd name="connsiteX2" fmla="*/ 5734050 w 5734050"/>
                <a:gd name="connsiteY2" fmla="*/ 0 h 1885950"/>
                <a:gd name="connsiteX0" fmla="*/ 0 w 5734050"/>
                <a:gd name="connsiteY0" fmla="*/ 1890829 h 1890829"/>
                <a:gd name="connsiteX1" fmla="*/ 2015982 w 5734050"/>
                <a:gd name="connsiteY1" fmla="*/ 0 h 1890829"/>
                <a:gd name="connsiteX2" fmla="*/ 5734050 w 5734050"/>
                <a:gd name="connsiteY2" fmla="*/ 4879 h 189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4050" h="1890829">
                  <a:moveTo>
                    <a:pt x="0" y="1890829"/>
                  </a:moveTo>
                  <a:lnTo>
                    <a:pt x="2015982" y="0"/>
                  </a:lnTo>
                  <a:lnTo>
                    <a:pt x="5734050" y="4879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584353A2-3890-4DA5-9A21-A1E9E78A8269}"/>
                </a:ext>
              </a:extLst>
            </p:cNvPr>
            <p:cNvSpPr/>
            <p:nvPr/>
          </p:nvSpPr>
          <p:spPr>
            <a:xfrm>
              <a:off x="7223956" y="4586171"/>
              <a:ext cx="3791093" cy="1287077"/>
            </a:xfrm>
            <a:custGeom>
              <a:avLst/>
              <a:gdLst>
                <a:gd name="connsiteX0" fmla="*/ 0 w 5981700"/>
                <a:gd name="connsiteY0" fmla="*/ 0 h 2057400"/>
                <a:gd name="connsiteX1" fmla="*/ 2057400 w 5981700"/>
                <a:gd name="connsiteY1" fmla="*/ 2057400 h 2057400"/>
                <a:gd name="connsiteX2" fmla="*/ 5981700 w 5981700"/>
                <a:gd name="connsiteY2" fmla="*/ 2057400 h 2057400"/>
                <a:gd name="connsiteX0" fmla="*/ 0 w 5971698"/>
                <a:gd name="connsiteY0" fmla="*/ 0 h 2027393"/>
                <a:gd name="connsiteX1" fmla="*/ 2047398 w 5971698"/>
                <a:gd name="connsiteY1" fmla="*/ 2027393 h 2027393"/>
                <a:gd name="connsiteX2" fmla="*/ 5971698 w 5971698"/>
                <a:gd name="connsiteY2" fmla="*/ 2027393 h 2027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71698" h="2027393">
                  <a:moveTo>
                    <a:pt x="0" y="0"/>
                  </a:moveTo>
                  <a:lnTo>
                    <a:pt x="2047398" y="2027393"/>
                  </a:lnTo>
                  <a:lnTo>
                    <a:pt x="5971698" y="2027393"/>
                  </a:lnTo>
                </a:path>
              </a:pathLst>
            </a:cu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15EB9B0C-5E89-404F-BA10-7E5367F2E693}"/>
                </a:ext>
              </a:extLst>
            </p:cNvPr>
            <p:cNvSpPr/>
            <p:nvPr/>
          </p:nvSpPr>
          <p:spPr>
            <a:xfrm flipH="1">
              <a:off x="1520967" y="1330129"/>
              <a:ext cx="3613008" cy="1160659"/>
            </a:xfrm>
            <a:custGeom>
              <a:avLst/>
              <a:gdLst>
                <a:gd name="connsiteX0" fmla="*/ 0 w 5734050"/>
                <a:gd name="connsiteY0" fmla="*/ 1885950 h 1885950"/>
                <a:gd name="connsiteX1" fmla="*/ 1885950 w 5734050"/>
                <a:gd name="connsiteY1" fmla="*/ 0 h 1885950"/>
                <a:gd name="connsiteX2" fmla="*/ 5734050 w 5734050"/>
                <a:gd name="connsiteY2" fmla="*/ 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4050" h="1885950">
                  <a:moveTo>
                    <a:pt x="0" y="1885950"/>
                  </a:moveTo>
                  <a:lnTo>
                    <a:pt x="1885950" y="0"/>
                  </a:lnTo>
                  <a:lnTo>
                    <a:pt x="5734050" y="0"/>
                  </a:lnTo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72CADF6-DA14-4956-A6ED-26C0CD120B2E}"/>
                </a:ext>
              </a:extLst>
            </p:cNvPr>
            <p:cNvSpPr txBox="1"/>
            <p:nvPr/>
          </p:nvSpPr>
          <p:spPr>
            <a:xfrm>
              <a:off x="1506986" y="1360155"/>
              <a:ext cx="2500782" cy="2325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0091DA"/>
                  </a:solidFill>
                </a:rPr>
                <a:t>Industry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C218296-DA1F-4CD9-80DF-A534FC7DFDD6}"/>
                </a:ext>
              </a:extLst>
            </p:cNvPr>
            <p:cNvSpPr txBox="1"/>
            <p:nvPr/>
          </p:nvSpPr>
          <p:spPr>
            <a:xfrm>
              <a:off x="1506984" y="1626992"/>
              <a:ext cx="2500782" cy="7572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000">
                  <a:solidFill>
                    <a:schemeClr val="tx2"/>
                  </a:solidFill>
                </a:defRPr>
              </a:lvl1pPr>
            </a:lstStyle>
            <a:p>
              <a:r>
                <a:rPr lang="en-GB">
                  <a:solidFill>
                    <a:schemeClr val="tx1"/>
                  </a:solidFill>
                </a:rPr>
                <a:t>Fast-Track knowledge of our chosen industries</a:t>
              </a:r>
            </a:p>
            <a:p>
              <a:r>
                <a:rPr lang="en-GB">
                  <a:solidFill>
                    <a:schemeClr val="tx1"/>
                  </a:solidFill>
                </a:rPr>
                <a:t>Retail, Local Gov’t, FFS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Freeform 67">
              <a:extLst>
                <a:ext uri="{FF2B5EF4-FFF2-40B4-BE49-F238E27FC236}">
                  <a16:creationId xmlns:a16="http://schemas.microsoft.com/office/drawing/2014/main" id="{EDCE59D4-4531-4512-A5A7-B2ECE33C0E1E}"/>
                </a:ext>
              </a:extLst>
            </p:cNvPr>
            <p:cNvSpPr/>
            <p:nvPr/>
          </p:nvSpPr>
          <p:spPr>
            <a:xfrm>
              <a:off x="3510420" y="3539906"/>
              <a:ext cx="1124720" cy="29024"/>
            </a:xfrm>
            <a:custGeom>
              <a:avLst/>
              <a:gdLst>
                <a:gd name="connsiteX0" fmla="*/ 0 w 2019300"/>
                <a:gd name="connsiteY0" fmla="*/ 0 h 0"/>
                <a:gd name="connsiteX1" fmla="*/ 2019300 w 20193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9300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A00408C-9E9E-4507-87BA-EF06EFA9F229}"/>
                </a:ext>
              </a:extLst>
            </p:cNvPr>
            <p:cNvSpPr txBox="1"/>
            <p:nvPr/>
          </p:nvSpPr>
          <p:spPr>
            <a:xfrm>
              <a:off x="1004641" y="2987497"/>
              <a:ext cx="2500782" cy="2325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005EC2"/>
                  </a:solidFill>
                </a:rPr>
                <a:t>Engagement &amp; Team Skills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5A4D23-9D13-4926-B48F-D2FAA6096B6A}"/>
                </a:ext>
              </a:extLst>
            </p:cNvPr>
            <p:cNvSpPr txBox="1"/>
            <p:nvPr/>
          </p:nvSpPr>
          <p:spPr>
            <a:xfrm>
              <a:off x="1004640" y="3254336"/>
              <a:ext cx="2500782" cy="8395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000">
                  <a:solidFill>
                    <a:schemeClr val="tx2"/>
                  </a:solidFill>
                </a:defRPr>
              </a:lvl1pPr>
            </a:lstStyle>
            <a:p>
              <a:r>
                <a:rPr lang="en-GB">
                  <a:solidFill>
                    <a:schemeClr val="tx1"/>
                  </a:solidFill>
                </a:rPr>
                <a:t>Leadership and Motivation skills</a:t>
              </a:r>
            </a:p>
            <a:p>
              <a:r>
                <a:rPr lang="en-GB">
                  <a:solidFill>
                    <a:schemeClr val="tx1"/>
                  </a:solidFill>
                </a:rPr>
                <a:t>Collaboration</a:t>
              </a:r>
            </a:p>
            <a:p>
              <a:r>
                <a:rPr lang="en-GB">
                  <a:solidFill>
                    <a:schemeClr val="tx1"/>
                  </a:solidFill>
                </a:rPr>
                <a:t>Presentation</a:t>
              </a:r>
            </a:p>
          </p:txBody>
        </p:sp>
        <p:sp>
          <p:nvSpPr>
            <p:cNvPr id="65" name="Freeform 70">
              <a:extLst>
                <a:ext uri="{FF2B5EF4-FFF2-40B4-BE49-F238E27FC236}">
                  <a16:creationId xmlns:a16="http://schemas.microsoft.com/office/drawing/2014/main" id="{B04424BA-7032-43B5-B913-CDE4BDFE7555}"/>
                </a:ext>
              </a:extLst>
            </p:cNvPr>
            <p:cNvSpPr/>
            <p:nvPr/>
          </p:nvSpPr>
          <p:spPr>
            <a:xfrm flipH="1">
              <a:off x="1173281" y="4567107"/>
              <a:ext cx="3797443" cy="1306127"/>
            </a:xfrm>
            <a:custGeom>
              <a:avLst/>
              <a:gdLst>
                <a:gd name="connsiteX0" fmla="*/ 0 w 5981700"/>
                <a:gd name="connsiteY0" fmla="*/ 0 h 2057400"/>
                <a:gd name="connsiteX1" fmla="*/ 2057400 w 5981700"/>
                <a:gd name="connsiteY1" fmla="*/ 2057400 h 2057400"/>
                <a:gd name="connsiteX2" fmla="*/ 5981700 w 5981700"/>
                <a:gd name="connsiteY2" fmla="*/ 2057400 h 205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81700" h="2057400">
                  <a:moveTo>
                    <a:pt x="0" y="0"/>
                  </a:moveTo>
                  <a:lnTo>
                    <a:pt x="2057400" y="2057400"/>
                  </a:lnTo>
                  <a:lnTo>
                    <a:pt x="5981700" y="2057400"/>
                  </a:ln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8">
                <a:solidFill>
                  <a:prstClr val="white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0467807-F3EB-45F7-8AC1-6AB434724746}"/>
                </a:ext>
              </a:extLst>
            </p:cNvPr>
            <p:cNvSpPr txBox="1"/>
            <p:nvPr/>
          </p:nvSpPr>
          <p:spPr>
            <a:xfrm>
              <a:off x="1170720" y="4656592"/>
              <a:ext cx="2500782" cy="2325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8" b="1">
                  <a:solidFill>
                    <a:srgbClr val="00338D"/>
                  </a:solidFill>
                </a:rPr>
                <a:t>Problem Solving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6692E08-7B03-4CD9-BF9C-680CFA1FF097}"/>
                </a:ext>
              </a:extLst>
            </p:cNvPr>
            <p:cNvSpPr txBox="1"/>
            <p:nvPr/>
          </p:nvSpPr>
          <p:spPr>
            <a:xfrm>
              <a:off x="1168054" y="4892742"/>
              <a:ext cx="2693843" cy="5246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spcAft>
                  <a:spcPts val="600"/>
                </a:spcAft>
                <a:defRPr sz="1000">
                  <a:solidFill>
                    <a:schemeClr val="tx2"/>
                  </a:solidFill>
                </a:defRPr>
              </a:lvl1pPr>
            </a:lstStyle>
            <a:p>
              <a:r>
                <a:rPr lang="en-GB">
                  <a:solidFill>
                    <a:schemeClr val="tx1"/>
                  </a:solidFill>
                </a:rPr>
                <a:t>Solving strategies</a:t>
              </a:r>
            </a:p>
            <a:p>
              <a:r>
                <a:rPr lang="en-GB">
                  <a:solidFill>
                    <a:schemeClr val="tx1"/>
                  </a:solidFill>
                </a:rPr>
                <a:t>Problem solving tools &amp; techniques 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630C5B0-BCEC-4BCF-B01A-522CF7BF1563}"/>
                </a:ext>
              </a:extLst>
            </p:cNvPr>
            <p:cNvSpPr txBox="1"/>
            <p:nvPr/>
          </p:nvSpPr>
          <p:spPr>
            <a:xfrm>
              <a:off x="4627145" y="3452050"/>
              <a:ext cx="2805134" cy="461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rgbClr val="00338D"/>
                  </a:solidFill>
                </a:rPr>
                <a:t>Solution Architect</a:t>
              </a:r>
            </a:p>
          </p:txBody>
        </p:sp>
      </p:grpSp>
      <p:sp>
        <p:nvSpPr>
          <p:cNvPr id="69" name="Freeform 51">
            <a:extLst>
              <a:ext uri="{FF2B5EF4-FFF2-40B4-BE49-F238E27FC236}">
                <a16:creationId xmlns:a16="http://schemas.microsoft.com/office/drawing/2014/main" id="{374630BB-E3FC-4124-8023-E6764FDBC6FB}"/>
              </a:ext>
            </a:extLst>
          </p:cNvPr>
          <p:cNvSpPr/>
          <p:nvPr/>
        </p:nvSpPr>
        <p:spPr>
          <a:xfrm flipH="1" flipV="1">
            <a:off x="2982193" y="4607019"/>
            <a:ext cx="2649166" cy="1392158"/>
          </a:xfrm>
          <a:custGeom>
            <a:avLst/>
            <a:gdLst>
              <a:gd name="connsiteX0" fmla="*/ 0 w 5734050"/>
              <a:gd name="connsiteY0" fmla="*/ 1885950 h 1885950"/>
              <a:gd name="connsiteX1" fmla="*/ 1885950 w 5734050"/>
              <a:gd name="connsiteY1" fmla="*/ 0 h 1885950"/>
              <a:gd name="connsiteX2" fmla="*/ 5734050 w 5734050"/>
              <a:gd name="connsiteY2" fmla="*/ 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4050" h="1885950">
                <a:moveTo>
                  <a:pt x="0" y="1885950"/>
                </a:moveTo>
                <a:lnTo>
                  <a:pt x="1885950" y="0"/>
                </a:lnTo>
                <a:lnTo>
                  <a:pt x="5734050" y="0"/>
                </a:lnTo>
              </a:path>
            </a:pathLst>
          </a:custGeom>
          <a:noFill/>
          <a:ln>
            <a:solidFill>
              <a:srgbClr val="C60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>
              <a:solidFill>
                <a:prstClr val="white"/>
              </a:solidFill>
            </a:endParaRPr>
          </a:p>
        </p:txBody>
      </p:sp>
      <p:sp>
        <p:nvSpPr>
          <p:cNvPr id="70" name="Freeform 52">
            <a:extLst>
              <a:ext uri="{FF2B5EF4-FFF2-40B4-BE49-F238E27FC236}">
                <a16:creationId xmlns:a16="http://schemas.microsoft.com/office/drawing/2014/main" id="{A91760FD-BF1E-4E4B-A395-53D870B16C26}"/>
              </a:ext>
            </a:extLst>
          </p:cNvPr>
          <p:cNvSpPr/>
          <p:nvPr/>
        </p:nvSpPr>
        <p:spPr>
          <a:xfrm flipV="1">
            <a:off x="5791307" y="4606440"/>
            <a:ext cx="2649166" cy="1380998"/>
          </a:xfrm>
          <a:custGeom>
            <a:avLst/>
            <a:gdLst>
              <a:gd name="connsiteX0" fmla="*/ 0 w 5734050"/>
              <a:gd name="connsiteY0" fmla="*/ 1885950 h 1885950"/>
              <a:gd name="connsiteX1" fmla="*/ 1885950 w 5734050"/>
              <a:gd name="connsiteY1" fmla="*/ 0 h 1885950"/>
              <a:gd name="connsiteX2" fmla="*/ 5734050 w 5734050"/>
              <a:gd name="connsiteY2" fmla="*/ 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4050" h="1885950">
                <a:moveTo>
                  <a:pt x="0" y="1885950"/>
                </a:moveTo>
                <a:lnTo>
                  <a:pt x="1885950" y="0"/>
                </a:lnTo>
                <a:lnTo>
                  <a:pt x="5734050" y="0"/>
                </a:lnTo>
              </a:path>
            </a:pathLst>
          </a:custGeom>
          <a:noFill/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>
              <a:solidFill>
                <a:prstClr val="white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145191-1316-4852-A527-5A417BB505E9}"/>
              </a:ext>
            </a:extLst>
          </p:cNvPr>
          <p:cNvSpPr txBox="1"/>
          <p:nvPr/>
        </p:nvSpPr>
        <p:spPr>
          <a:xfrm>
            <a:off x="6690985" y="5004750"/>
            <a:ext cx="1833649" cy="170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8" b="1">
                <a:solidFill>
                  <a:srgbClr val="00A3A1"/>
                </a:solidFill>
              </a:rPr>
              <a:t>Commercial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734232-0D86-4610-BCCC-D0B2EBB2E989}"/>
              </a:ext>
            </a:extLst>
          </p:cNvPr>
          <p:cNvSpPr txBox="1"/>
          <p:nvPr/>
        </p:nvSpPr>
        <p:spPr>
          <a:xfrm>
            <a:off x="6690985" y="5200402"/>
            <a:ext cx="1833649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/>
              <a:t>Commercial awareness</a:t>
            </a:r>
          </a:p>
          <a:p>
            <a:pPr>
              <a:spcAft>
                <a:spcPts val="600"/>
              </a:spcAft>
            </a:pPr>
            <a:r>
              <a:rPr lang="en-GB" sz="1000"/>
              <a:t>Management of programme cost and change</a:t>
            </a:r>
          </a:p>
          <a:p>
            <a:pPr>
              <a:spcAft>
                <a:spcPts val="600"/>
              </a:spcAft>
            </a:pPr>
            <a:r>
              <a:rPr lang="en-GB" sz="1000"/>
              <a:t>Solution value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B800227-38F5-4922-BB28-9E3FF3DBFA02}"/>
              </a:ext>
            </a:extLst>
          </p:cNvPr>
          <p:cNvSpPr txBox="1"/>
          <p:nvPr/>
        </p:nvSpPr>
        <p:spPr>
          <a:xfrm>
            <a:off x="3009316" y="5021245"/>
            <a:ext cx="1833649" cy="170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8" b="1">
                <a:solidFill>
                  <a:srgbClr val="C6007E"/>
                </a:solidFill>
              </a:rPr>
              <a:t>Stake Holder Management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66ECBFA-69A0-4319-B26E-5240CA11C197}"/>
              </a:ext>
            </a:extLst>
          </p:cNvPr>
          <p:cNvSpPr txBox="1"/>
          <p:nvPr/>
        </p:nvSpPr>
        <p:spPr>
          <a:xfrm>
            <a:off x="3009316" y="5216897"/>
            <a:ext cx="1833649" cy="879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Trusted Advisor</a:t>
            </a:r>
          </a:p>
          <a:p>
            <a:r>
              <a:rPr lang="en-US">
                <a:solidFill>
                  <a:schemeClr val="tx1"/>
                </a:solidFill>
              </a:rPr>
              <a:t>C-Suit language and messages</a:t>
            </a:r>
          </a:p>
          <a:p>
            <a:r>
              <a:rPr lang="en-US">
                <a:solidFill>
                  <a:schemeClr val="tx1"/>
                </a:solidFill>
              </a:rPr>
              <a:t>Negotiation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0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3" y="239229"/>
            <a:ext cx="10515600" cy="1325563"/>
          </a:xfrm>
        </p:spPr>
        <p:txBody>
          <a:bodyPr/>
          <a:lstStyle/>
          <a:p>
            <a:r>
              <a:rPr lang="en-GB"/>
              <a:t>Solution Architecture – A practical example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65E332-E97A-4019-B6E9-D264E6273E28}"/>
              </a:ext>
            </a:extLst>
          </p:cNvPr>
          <p:cNvSpPr txBox="1">
            <a:spLocks/>
          </p:cNvSpPr>
          <p:nvPr/>
        </p:nvSpPr>
        <p:spPr>
          <a:xfrm>
            <a:off x="838200" y="1835607"/>
            <a:ext cx="10515600" cy="4351338"/>
          </a:xfrm>
          <a:prstGeom prst="rect">
            <a:avLst/>
          </a:prstGeom>
        </p:spPr>
        <p:txBody>
          <a:bodyPr/>
          <a:lstStyle>
            <a:lvl1pPr marL="365760" indent="-36576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UK based business</a:t>
            </a:r>
          </a:p>
          <a:p>
            <a:r>
              <a:rPr lang="en-GB"/>
              <a:t>5 Business Units / 25 Fiscal Companies</a:t>
            </a:r>
          </a:p>
          <a:p>
            <a:r>
              <a:rPr lang="en-GB"/>
              <a:t>Group with strong growth plan (Mainly by Acquisitions)</a:t>
            </a:r>
          </a:p>
          <a:p>
            <a:r>
              <a:rPr lang="en-GB"/>
              <a:t>Different ERPs, CRMs and Other Legacy Solution</a:t>
            </a:r>
          </a:p>
          <a:p>
            <a:r>
              <a:rPr lang="en-GB"/>
              <a:t>Core Finance, P2P and integration with Operational Systems</a:t>
            </a:r>
          </a:p>
          <a:p>
            <a:endParaRPr lang="en-GB"/>
          </a:p>
          <a:p>
            <a:r>
              <a:rPr lang="en-GB"/>
              <a:t>RFP after Assessment with 3</a:t>
            </a:r>
            <a:r>
              <a:rPr lang="en-GB" baseline="30000"/>
              <a:t>rd</a:t>
            </a:r>
            <a:r>
              <a:rPr lang="en-GB"/>
              <a:t> Party expert – Dynamics 365 BC</a:t>
            </a:r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890820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39" y="133212"/>
            <a:ext cx="10515600" cy="1325563"/>
          </a:xfrm>
        </p:spPr>
        <p:txBody>
          <a:bodyPr/>
          <a:lstStyle/>
          <a:p>
            <a:r>
              <a:rPr lang="en-GB"/>
              <a:t>Solution Architecture – A practical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3E75DC-31AF-4E6C-AE7D-A14FE62EC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61" y="1230739"/>
            <a:ext cx="7828722" cy="53991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17655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EED-EB99-5CA1-6CD7-24292EF9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Solution Architecture – Tips &amp; Tricks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B9758-9CA9-48A8-95E0-0FF2AC85DA0B}"/>
              </a:ext>
            </a:extLst>
          </p:cNvPr>
          <p:cNvSpPr txBox="1">
            <a:spLocks/>
          </p:cNvSpPr>
          <p:nvPr/>
        </p:nvSpPr>
        <p:spPr>
          <a:xfrm>
            <a:off x="2756452" y="1835607"/>
            <a:ext cx="7533960" cy="4351338"/>
          </a:xfrm>
          <a:prstGeom prst="rect">
            <a:avLst/>
          </a:prstGeom>
        </p:spPr>
        <p:txBody>
          <a:bodyPr/>
          <a:lstStyle>
            <a:lvl1pPr marL="365760" indent="-36576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>
                <a:solidFill>
                  <a:srgbClr val="079BA5"/>
                </a:solidFill>
                <a:latin typeface="Ming" panose="00000400000000000000" pitchFamily="2" charset="0"/>
                <a:ea typeface="+mj-ea"/>
                <a:cs typeface="+mj-cs"/>
              </a:rPr>
              <a:t>Individual Survey – Holistic View - The wheel </a:t>
            </a:r>
          </a:p>
          <a:p>
            <a:r>
              <a:rPr lang="en-GB" sz="2400">
                <a:solidFill>
                  <a:srgbClr val="079BA5"/>
                </a:solidFill>
                <a:latin typeface="Ming" panose="00000400000000000000" pitchFamily="2" charset="0"/>
                <a:ea typeface="+mj-ea"/>
                <a:cs typeface="+mj-cs"/>
              </a:rPr>
              <a:t>Involve All Architects in Governance</a:t>
            </a:r>
          </a:p>
          <a:p>
            <a:r>
              <a:rPr lang="en-GB" sz="2400">
                <a:solidFill>
                  <a:srgbClr val="079BA5"/>
                </a:solidFill>
                <a:latin typeface="Ming" panose="00000400000000000000" pitchFamily="2" charset="0"/>
                <a:ea typeface="+mj-ea"/>
                <a:cs typeface="+mj-cs"/>
              </a:rPr>
              <a:t>Identify role models and mentors</a:t>
            </a:r>
          </a:p>
          <a:p>
            <a:r>
              <a:rPr lang="en-GB" sz="2400">
                <a:solidFill>
                  <a:srgbClr val="079BA5"/>
                </a:solidFill>
                <a:latin typeface="Ming" panose="00000400000000000000" pitchFamily="2" charset="0"/>
                <a:ea typeface="+mj-ea"/>
                <a:cs typeface="+mj-cs"/>
              </a:rPr>
              <a:t>Architecture Academy</a:t>
            </a:r>
          </a:p>
          <a:p>
            <a:pPr lvl="1"/>
            <a:r>
              <a:rPr lang="en-GB" sz="2000">
                <a:solidFill>
                  <a:srgbClr val="079BA5"/>
                </a:solidFill>
                <a:latin typeface="Ming" panose="00000400000000000000" pitchFamily="2" charset="0"/>
                <a:ea typeface="+mj-ea"/>
                <a:cs typeface="+mj-cs"/>
              </a:rPr>
              <a:t>Full cycle with Senior SAs</a:t>
            </a:r>
          </a:p>
          <a:p>
            <a:pPr lvl="1"/>
            <a:r>
              <a:rPr lang="en-GB" sz="2000">
                <a:solidFill>
                  <a:srgbClr val="079BA5"/>
                </a:solidFill>
                <a:latin typeface="Ming" panose="00000400000000000000" pitchFamily="2" charset="0"/>
                <a:ea typeface="+mj-ea"/>
                <a:cs typeface="+mj-cs"/>
              </a:rPr>
              <a:t>Promote Senior SAs to Coaches AA</a:t>
            </a:r>
          </a:p>
          <a:p>
            <a:r>
              <a:rPr lang="en-GB" sz="2400">
                <a:solidFill>
                  <a:srgbClr val="079BA5"/>
                </a:solidFill>
                <a:latin typeface="Ming" panose="00000400000000000000" pitchFamily="2" charset="0"/>
                <a:ea typeface="+mj-ea"/>
                <a:cs typeface="+mj-cs"/>
              </a:rPr>
              <a:t>Allow organic growth from resource pool</a:t>
            </a:r>
          </a:p>
          <a:p>
            <a:r>
              <a:rPr lang="en-GB" sz="2400">
                <a:solidFill>
                  <a:srgbClr val="079BA5"/>
                </a:solidFill>
                <a:latin typeface="Ming" panose="00000400000000000000" pitchFamily="2" charset="0"/>
                <a:ea typeface="+mj-ea"/>
                <a:cs typeface="+mj-cs"/>
              </a:rPr>
              <a:t>Turn this approach as a living approach</a:t>
            </a:r>
            <a:endParaRPr lang="en-SI" sz="2400">
              <a:solidFill>
                <a:srgbClr val="079BA5"/>
              </a:solidFill>
              <a:latin typeface="Ming" panose="00000400000000000000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12882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D18A-6891-E159-D595-82C6F70C62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Q &amp; A</a:t>
            </a:r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59107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1B7D-B392-8518-8C20-CFEA4E001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Thank you for your attention!</a:t>
            </a:r>
            <a:endParaRPr lang="en-SI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00E251B-2F34-C82F-E492-1740EF6975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84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79BA5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79BA5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79BA5"/>
              </a:buClr>
              <a:buFont typeface="Courier New" panose="02070309020205020404" pitchFamily="49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79BA5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79BA5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2"/>
                </a:solidFill>
              </a:rPr>
              <a:t>Neill Riordan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neill.riordan@kpmg.co.uk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https://www.linkedin.com/in/neillriordan/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José Azevedo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maique00@gmail.com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https://www.linkedin.com/in/josemiguelazevedo/</a:t>
            </a:r>
          </a:p>
        </p:txBody>
      </p:sp>
    </p:spTree>
    <p:extLst>
      <p:ext uri="{BB962C8B-B14F-4D97-AF65-F5344CB8AC3E}">
        <p14:creationId xmlns:p14="http://schemas.microsoft.com/office/powerpoint/2010/main" val="1182189475"/>
      </p:ext>
    </p:extLst>
  </p:cSld>
  <p:clrMapOvr>
    <a:masterClrMapping/>
  </p:clrMapOvr>
</p:sld>
</file>

<file path=ppt/theme/theme1.xml><?xml version="1.0" encoding="utf-8"?>
<a:theme xmlns:a="http://schemas.openxmlformats.org/drawingml/2006/main" name="White_Tentacles_L_Branches_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_Tentacles_L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3A2CABFDE9434B888FE9FD3D9AC681" ma:contentTypeVersion="19" ma:contentTypeDescription="Ustvari nov dokument." ma:contentTypeScope="" ma:versionID="e9b856ef660a793f569ebec5a7dc58bd">
  <xsd:schema xmlns:xsd="http://www.w3.org/2001/XMLSchema" xmlns:xs="http://www.w3.org/2001/XMLSchema" xmlns:p="http://schemas.microsoft.com/office/2006/metadata/properties" xmlns:ns2="57389d9a-de23-44f7-b68d-8aeda9d70918" xmlns:ns3="793b44b8-6629-42b0-8d6f-57790ce798ea" targetNamespace="http://schemas.microsoft.com/office/2006/metadata/properties" ma:root="true" ma:fieldsID="7ee7c0ba946d70b1e2c4b25e68b42e22" ns2:_="" ns3:_="">
    <xsd:import namespace="57389d9a-de23-44f7-b68d-8aeda9d70918"/>
    <xsd:import namespace="793b44b8-6629-42b0-8d6f-57790ce798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DocentricAXVersio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89d9a-de23-44f7-b68d-8aeda9d709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ocentricAXVersion" ma:index="19" nillable="true" ma:displayName="Docentric AX Version" ma:format="Dropdown" ma:internalName="DocentricAXVersion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Oznake slike" ma:readOnly="false" ma:fieldId="{5cf76f15-5ced-4ddc-b409-7134ff3c332f}" ma:taxonomyMulti="true" ma:sspId="654b9dce-221a-4eab-a3a3-6e3e5b25b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b44b8-6629-42b0-8d6f-57790ce798e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V skupni rabi z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V skupni rabi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3dbe39-6092-479f-938d-6ecd38679f76}" ma:internalName="TaxCatchAll" ma:showField="CatchAllData" ma:web="793b44b8-6629-42b0-8d6f-57790ce798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389d9a-de23-44f7-b68d-8aeda9d70918">
      <Terms xmlns="http://schemas.microsoft.com/office/infopath/2007/PartnerControls"/>
    </lcf76f155ced4ddcb4097134ff3c332f>
    <TaxCatchAll xmlns="793b44b8-6629-42b0-8d6f-57790ce798ea" xsi:nil="true"/>
    <DocentricAXVersion xmlns="57389d9a-de23-44f7-b68d-8aeda9d7091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A6840A-5E40-4ED6-A6E7-771AB1C9C917}">
  <ds:schemaRefs>
    <ds:schemaRef ds:uri="57389d9a-de23-44f7-b68d-8aeda9d70918"/>
    <ds:schemaRef ds:uri="793b44b8-6629-42b0-8d6f-57790ce798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C8A5356-E363-4A85-B21F-200DE480BD15}">
  <ds:schemaRefs>
    <ds:schemaRef ds:uri="57389d9a-de23-44f7-b68d-8aeda9d70918"/>
    <ds:schemaRef ds:uri="793b44b8-6629-42b0-8d6f-57790ce798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B15EF0D-C67D-45A8-B7FE-D70D4F79AA2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White_Tentacles_L_Branches_R</vt:lpstr>
      <vt:lpstr>Blue_Tentacles_LR</vt:lpstr>
      <vt:lpstr>PowerPoint Presentation</vt:lpstr>
      <vt:lpstr>Agenda</vt:lpstr>
      <vt:lpstr>Pop-Up Quiz</vt:lpstr>
      <vt:lpstr>PowerPoint Presentation</vt:lpstr>
      <vt:lpstr>PowerPoint Presentation</vt:lpstr>
      <vt:lpstr>Solution Architecture – The Role &amp; the challenge</vt:lpstr>
      <vt:lpstr>Solution Architecture – The Role &amp; the challenge</vt:lpstr>
      <vt:lpstr>Solution Architecture – The Wheel</vt:lpstr>
      <vt:lpstr>Solution Architecture – Holistic View</vt:lpstr>
      <vt:lpstr>Solution Architecture – A practical example</vt:lpstr>
      <vt:lpstr>Solution Architecture – A practical example</vt:lpstr>
      <vt:lpstr>Solution Architecture – Tips &amp; Tricks</vt:lpstr>
      <vt:lpstr>Q &amp; A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Ivan Lijovic</dc:creator>
  <cp:revision>1</cp:revision>
  <dcterms:created xsi:type="dcterms:W3CDTF">2023-01-16T13:14:59Z</dcterms:created>
  <dcterms:modified xsi:type="dcterms:W3CDTF">2023-05-22T06:52:59Z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0x0101001B3A2CABFDE9434B888FE9FD3D9AC681</vt:lpwstr>
  </property>
  <property fmtid="{D5CDD505-2E9C-101B-9397-08002B2CF9AE}" pid="3" name="MediaServiceImageTags">
    <vt:lpwstr/>
  </property>
</Properties>
</file>