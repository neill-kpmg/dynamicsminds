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3"/>
  </p:notesMasterIdLst>
  <p:handoutMasterIdLst>
    <p:handoutMasterId r:id="rId34"/>
  </p:handoutMasterIdLst>
  <p:sldIdLst>
    <p:sldId id="288" r:id="rId5"/>
    <p:sldId id="2147310846" r:id="rId6"/>
    <p:sldId id="2147310856" r:id="rId7"/>
    <p:sldId id="2147472064" r:id="rId8"/>
    <p:sldId id="361" r:id="rId9"/>
    <p:sldId id="371" r:id="rId10"/>
    <p:sldId id="359" r:id="rId11"/>
    <p:sldId id="2147310847" r:id="rId12"/>
    <p:sldId id="2147472065" r:id="rId13"/>
    <p:sldId id="363" r:id="rId14"/>
    <p:sldId id="2147472063" r:id="rId15"/>
    <p:sldId id="2147472066" r:id="rId16"/>
    <p:sldId id="2147472069" r:id="rId17"/>
    <p:sldId id="2147472070" r:id="rId18"/>
    <p:sldId id="2147472071" r:id="rId19"/>
    <p:sldId id="2147472076" r:id="rId20"/>
    <p:sldId id="2147472073" r:id="rId21"/>
    <p:sldId id="2147472077" r:id="rId22"/>
    <p:sldId id="2147472078" r:id="rId23"/>
    <p:sldId id="2147472080" r:id="rId24"/>
    <p:sldId id="2147472074" r:id="rId25"/>
    <p:sldId id="2147472079" r:id="rId26"/>
    <p:sldId id="2147472068" r:id="rId27"/>
    <p:sldId id="2147472067" r:id="rId28"/>
    <p:sldId id="2147310848" r:id="rId29"/>
    <p:sldId id="2147310853" r:id="rId30"/>
    <p:sldId id="2147310859" r:id="rId31"/>
    <p:sldId id="2147472081" r:id="rId32"/>
  </p:sldIdLst>
  <p:sldSz cx="12192000" cy="6858000"/>
  <p:notesSz cx="6934200" cy="9220200"/>
  <p:custDataLst>
    <p:tags r:id="rId35"/>
  </p:custDataLst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511275-967C-2AE7-D834-C852EF495766}" name="Daniels, Michelle" initials="DM" userId="S::Michelle_Daniels@Dell.com::068e6cfe-dc47-43fe-8b35-a3a67322fa9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2CB0"/>
    <a:srgbClr val="691D3F"/>
    <a:srgbClr val="694517"/>
    <a:srgbClr val="BC73EA"/>
    <a:srgbClr val="BEAFFF"/>
    <a:srgbClr val="6A22AD"/>
    <a:srgbClr val="863FC2"/>
    <a:srgbClr val="80C7FB"/>
    <a:srgbClr val="121374"/>
    <a:srgbClr val="1215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3AA1FF-7FBF-750B-F90D-D6BEEAAA0713}" v="9" dt="2025-03-03T15:38:48.3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04" autoAdjust="0"/>
    <p:restoredTop sz="97380" autoAdjust="0"/>
  </p:normalViewPr>
  <p:slideViewPr>
    <p:cSldViewPr showGuides="1">
      <p:cViewPr varScale="1">
        <p:scale>
          <a:sx n="140" d="100"/>
          <a:sy n="140" d="100"/>
        </p:scale>
        <p:origin x="120" y="4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52"/>
    </p:cViewPr>
  </p:sorterViewPr>
  <p:notesViewPr>
    <p:cSldViewPr showGuides="1">
      <p:cViewPr>
        <p:scale>
          <a:sx n="79" d="100"/>
          <a:sy n="79" d="100"/>
        </p:scale>
        <p:origin x="3336" y="-8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ordan,  Neill" userId="5bb0e43f-d4a8-4255-a24e-76aa35a3fb2a" providerId="ADAL" clId="{FFDCBCF9-1BC3-44BE-B548-DBF7B018B262}"/>
    <pc:docChg chg="undo custSel addSld delSld modSld sldOrd">
      <pc:chgData name="Riordan,  Neill" userId="5bb0e43f-d4a8-4255-a24e-76aa35a3fb2a" providerId="ADAL" clId="{FFDCBCF9-1BC3-44BE-B548-DBF7B018B262}" dt="2024-05-29T13:07:24.347" v="781" actId="47"/>
      <pc:docMkLst>
        <pc:docMk/>
      </pc:docMkLst>
      <pc:sldChg chg="addSp modSp mod">
        <pc:chgData name="Riordan,  Neill" userId="5bb0e43f-d4a8-4255-a24e-76aa35a3fb2a" providerId="ADAL" clId="{FFDCBCF9-1BC3-44BE-B548-DBF7B018B262}" dt="2024-05-27T23:05:10.654" v="780" actId="1076"/>
        <pc:sldMkLst>
          <pc:docMk/>
          <pc:sldMk cId="1345071213" sldId="359"/>
        </pc:sldMkLst>
      </pc:sldChg>
      <pc:sldChg chg="modSp mod">
        <pc:chgData name="Riordan,  Neill" userId="5bb0e43f-d4a8-4255-a24e-76aa35a3fb2a" providerId="ADAL" clId="{FFDCBCF9-1BC3-44BE-B548-DBF7B018B262}" dt="2024-05-27T22:56:04.496" v="777" actId="20577"/>
        <pc:sldMkLst>
          <pc:docMk/>
          <pc:sldMk cId="2370273614" sldId="363"/>
        </pc:sldMkLst>
      </pc:sldChg>
      <pc:sldChg chg="delSp mod">
        <pc:chgData name="Riordan,  Neill" userId="5bb0e43f-d4a8-4255-a24e-76aa35a3fb2a" providerId="ADAL" clId="{FFDCBCF9-1BC3-44BE-B548-DBF7B018B262}" dt="2024-05-27T21:20:45.737" v="1" actId="478"/>
        <pc:sldMkLst>
          <pc:docMk/>
          <pc:sldMk cId="2053046393" sldId="2147472066"/>
        </pc:sldMkLst>
      </pc:sldChg>
      <pc:sldChg chg="delSp mod">
        <pc:chgData name="Riordan,  Neill" userId="5bb0e43f-d4a8-4255-a24e-76aa35a3fb2a" providerId="ADAL" clId="{FFDCBCF9-1BC3-44BE-B548-DBF7B018B262}" dt="2024-05-27T21:20:39.728" v="0" actId="478"/>
        <pc:sldMkLst>
          <pc:docMk/>
          <pc:sldMk cId="844123108" sldId="2147472067"/>
        </pc:sldMkLst>
      </pc:sldChg>
      <pc:sldChg chg="delSp modSp mod">
        <pc:chgData name="Riordan,  Neill" userId="5bb0e43f-d4a8-4255-a24e-76aa35a3fb2a" providerId="ADAL" clId="{FFDCBCF9-1BC3-44BE-B548-DBF7B018B262}" dt="2024-05-27T21:32:12.710" v="184" actId="5793"/>
        <pc:sldMkLst>
          <pc:docMk/>
          <pc:sldMk cId="2131646716" sldId="2147472069"/>
        </pc:sldMkLst>
      </pc:sldChg>
      <pc:sldChg chg="addSp delSp modSp mod modClrScheme chgLayout">
        <pc:chgData name="Riordan,  Neill" userId="5bb0e43f-d4a8-4255-a24e-76aa35a3fb2a" providerId="ADAL" clId="{FFDCBCF9-1BC3-44BE-B548-DBF7B018B262}" dt="2024-05-27T21:31:59.557" v="136" actId="20577"/>
        <pc:sldMkLst>
          <pc:docMk/>
          <pc:sldMk cId="2271956923" sldId="2147472070"/>
        </pc:sldMkLst>
      </pc:sldChg>
      <pc:sldChg chg="addSp delSp modSp mod modClrScheme chgLayout">
        <pc:chgData name="Riordan,  Neill" userId="5bb0e43f-d4a8-4255-a24e-76aa35a3fb2a" providerId="ADAL" clId="{FFDCBCF9-1BC3-44BE-B548-DBF7B018B262}" dt="2024-05-27T21:34:12.487" v="292"/>
        <pc:sldMkLst>
          <pc:docMk/>
          <pc:sldMk cId="2119593158" sldId="2147472071"/>
        </pc:sldMkLst>
      </pc:sldChg>
      <pc:sldChg chg="addSp delSp modSp mod modClrScheme chgLayout">
        <pc:chgData name="Riordan,  Neill" userId="5bb0e43f-d4a8-4255-a24e-76aa35a3fb2a" providerId="ADAL" clId="{FFDCBCF9-1BC3-44BE-B548-DBF7B018B262}" dt="2024-05-27T22:20:08.436" v="496" actId="20577"/>
        <pc:sldMkLst>
          <pc:docMk/>
          <pc:sldMk cId="810533332" sldId="2147472073"/>
        </pc:sldMkLst>
      </pc:sldChg>
      <pc:sldChg chg="addSp delSp modSp mod modClrScheme chgLayout">
        <pc:chgData name="Riordan,  Neill" userId="5bb0e43f-d4a8-4255-a24e-76aa35a3fb2a" providerId="ADAL" clId="{FFDCBCF9-1BC3-44BE-B548-DBF7B018B262}" dt="2024-05-27T22:55:36.229" v="774" actId="313"/>
        <pc:sldMkLst>
          <pc:docMk/>
          <pc:sldMk cId="3631984181" sldId="2147472074"/>
        </pc:sldMkLst>
      </pc:sldChg>
      <pc:sldChg chg="addSp delSp modSp new mod modAnim chgLayout">
        <pc:chgData name="Riordan,  Neill" userId="5bb0e43f-d4a8-4255-a24e-76aa35a3fb2a" providerId="ADAL" clId="{FFDCBCF9-1BC3-44BE-B548-DBF7B018B262}" dt="2024-05-27T22:20:56.330" v="529"/>
        <pc:sldMkLst>
          <pc:docMk/>
          <pc:sldMk cId="1129903536" sldId="2147472076"/>
        </pc:sldMkLst>
      </pc:sldChg>
      <pc:sldChg chg="addSp delSp modSp add mod modClrScheme chgLayout">
        <pc:chgData name="Riordan,  Neill" userId="5bb0e43f-d4a8-4255-a24e-76aa35a3fb2a" providerId="ADAL" clId="{FFDCBCF9-1BC3-44BE-B548-DBF7B018B262}" dt="2024-05-27T22:20:19.312" v="527" actId="20577"/>
        <pc:sldMkLst>
          <pc:docMk/>
          <pc:sldMk cId="852092292" sldId="2147472077"/>
        </pc:sldMkLst>
      </pc:sldChg>
      <pc:sldChg chg="addSp delSp modSp new mod modClrScheme chgLayout">
        <pc:chgData name="Riordan,  Neill" userId="5bb0e43f-d4a8-4255-a24e-76aa35a3fb2a" providerId="ADAL" clId="{FFDCBCF9-1BC3-44BE-B548-DBF7B018B262}" dt="2024-05-27T22:52:13.910" v="688" actId="1076"/>
        <pc:sldMkLst>
          <pc:docMk/>
          <pc:sldMk cId="3113210208" sldId="2147472078"/>
        </pc:sldMkLst>
      </pc:sldChg>
      <pc:sldChg chg="addSp delSp modSp new mod">
        <pc:chgData name="Riordan,  Neill" userId="5bb0e43f-d4a8-4255-a24e-76aa35a3fb2a" providerId="ADAL" clId="{FFDCBCF9-1BC3-44BE-B548-DBF7B018B262}" dt="2024-05-27T22:27:10.824" v="585" actId="1036"/>
        <pc:sldMkLst>
          <pc:docMk/>
          <pc:sldMk cId="125934" sldId="2147472079"/>
        </pc:sldMkLst>
      </pc:sldChg>
      <pc:sldChg chg="addSp delSp modSp add mod">
        <pc:chgData name="Riordan,  Neill" userId="5bb0e43f-d4a8-4255-a24e-76aa35a3fb2a" providerId="ADAL" clId="{FFDCBCF9-1BC3-44BE-B548-DBF7B018B262}" dt="2024-05-27T22:51:53.676" v="687" actId="20577"/>
        <pc:sldMkLst>
          <pc:docMk/>
          <pc:sldMk cId="3821394928" sldId="2147472080"/>
        </pc:sldMkLst>
      </pc:sldChg>
      <pc:sldChg chg="addSp delSp modSp add mod ord">
        <pc:chgData name="Riordan,  Neill" userId="5bb0e43f-d4a8-4255-a24e-76aa35a3fb2a" providerId="ADAL" clId="{FFDCBCF9-1BC3-44BE-B548-DBF7B018B262}" dt="2024-05-27T22:55:53.241" v="776"/>
        <pc:sldMkLst>
          <pc:docMk/>
          <pc:sldMk cId="1060143420" sldId="2147472081"/>
        </pc:sldMkLst>
      </pc:sldChg>
      <pc:sldChg chg="del">
        <pc:chgData name="Riordan,  Neill" userId="5bb0e43f-d4a8-4255-a24e-76aa35a3fb2a" providerId="ADAL" clId="{FFDCBCF9-1BC3-44BE-B548-DBF7B018B262}" dt="2024-05-29T13:07:24.347" v="781" actId="47"/>
        <pc:sldMkLst>
          <pc:docMk/>
          <pc:sldMk cId="3676638936" sldId="2147472082"/>
        </pc:sldMkLst>
      </pc:sldChg>
    </pc:docChg>
  </pc:docChgLst>
  <pc:docChgLst>
    <pc:chgData name="Azevedo,  Jose" userId="92210181-964d-4644-b958-707adf8b77a2" providerId="ADAL" clId="{2479095E-0316-42FD-8A9B-91CF76DFFFE2}"/>
    <pc:docChg chg="undo redo custSel addSld delSld modSld sldOrd replTag">
      <pc:chgData name="Azevedo,  Jose" userId="92210181-964d-4644-b958-707adf8b77a2" providerId="ADAL" clId="{2479095E-0316-42FD-8A9B-91CF76DFFFE2}" dt="2025-01-29T21:10:01.470" v="928" actId="1035"/>
      <pc:docMkLst>
        <pc:docMk/>
      </pc:docMkLst>
      <pc:sldChg chg="del mod modShow">
        <pc:chgData name="Azevedo,  Jose" userId="92210181-964d-4644-b958-707adf8b77a2" providerId="ADAL" clId="{2479095E-0316-42FD-8A9B-91CF76DFFFE2}" dt="2024-05-25T19:01:38.790" v="795" actId="47"/>
        <pc:sldMkLst>
          <pc:docMk/>
          <pc:sldMk cId="0" sldId="256"/>
        </pc:sldMkLst>
      </pc:sldChg>
      <pc:sldChg chg="addSp delSp modSp mod">
        <pc:chgData name="Azevedo,  Jose" userId="92210181-964d-4644-b958-707adf8b77a2" providerId="ADAL" clId="{2479095E-0316-42FD-8A9B-91CF76DFFFE2}" dt="2024-05-25T18:00:38.613" v="228" actId="1076"/>
        <pc:sldMkLst>
          <pc:docMk/>
          <pc:sldMk cId="0" sldId="258"/>
        </pc:sldMkLst>
      </pc:sldChg>
      <pc:sldChg chg="mod modShow">
        <pc:chgData name="Azevedo,  Jose" userId="92210181-964d-4644-b958-707adf8b77a2" providerId="ADAL" clId="{2479095E-0316-42FD-8A9B-91CF76DFFFE2}" dt="2024-05-25T18:00:46.093" v="229" actId="729"/>
        <pc:sldMkLst>
          <pc:docMk/>
          <pc:sldMk cId="0" sldId="259"/>
        </pc:sldMkLst>
      </pc:sldChg>
      <pc:sldChg chg="add del">
        <pc:chgData name="Azevedo,  Jose" userId="92210181-964d-4644-b958-707adf8b77a2" providerId="ADAL" clId="{2479095E-0316-42FD-8A9B-91CF76DFFFE2}" dt="2024-05-25T18:58:00.908" v="721" actId="47"/>
        <pc:sldMkLst>
          <pc:docMk/>
          <pc:sldMk cId="3459107434" sldId="265"/>
        </pc:sldMkLst>
      </pc:sldChg>
      <pc:sldChg chg="modSp add del mod">
        <pc:chgData name="Azevedo,  Jose" userId="92210181-964d-4644-b958-707adf8b77a2" providerId="ADAL" clId="{2479095E-0316-42FD-8A9B-91CF76DFFFE2}" dt="2024-05-25T19:01:10.075" v="794" actId="47"/>
        <pc:sldMkLst>
          <pc:docMk/>
          <pc:sldMk cId="3390583173" sldId="267"/>
        </pc:sldMkLst>
      </pc:sldChg>
      <pc:sldChg chg="add del">
        <pc:chgData name="Azevedo,  Jose" userId="92210181-964d-4644-b958-707adf8b77a2" providerId="ADAL" clId="{2479095E-0316-42FD-8A9B-91CF76DFFFE2}" dt="2024-05-21T09:55:36.968" v="112" actId="47"/>
        <pc:sldMkLst>
          <pc:docMk/>
          <pc:sldMk cId="44334141" sldId="269"/>
        </pc:sldMkLst>
      </pc:sldChg>
      <pc:sldChg chg="delSp mod">
        <pc:chgData name="Azevedo,  Jose" userId="92210181-964d-4644-b958-707adf8b77a2" providerId="ADAL" clId="{2479095E-0316-42FD-8A9B-91CF76DFFFE2}" dt="2024-05-25T19:01:47.118" v="796" actId="478"/>
        <pc:sldMkLst>
          <pc:docMk/>
          <pc:sldMk cId="2084923837" sldId="288"/>
        </pc:sldMkLst>
      </pc:sldChg>
      <pc:sldChg chg="add del">
        <pc:chgData name="Azevedo,  Jose" userId="92210181-964d-4644-b958-707adf8b77a2" providerId="ADAL" clId="{2479095E-0316-42FD-8A9B-91CF76DFFFE2}" dt="2024-05-23T08:35:05.138" v="121" actId="47"/>
        <pc:sldMkLst>
          <pc:docMk/>
          <pc:sldMk cId="1075577469" sldId="355"/>
        </pc:sldMkLst>
      </pc:sldChg>
      <pc:sldChg chg="add del">
        <pc:chgData name="Azevedo,  Jose" userId="92210181-964d-4644-b958-707adf8b77a2" providerId="ADAL" clId="{2479095E-0316-42FD-8A9B-91CF76DFFFE2}" dt="2024-05-23T08:35:05.138" v="121" actId="47"/>
        <pc:sldMkLst>
          <pc:docMk/>
          <pc:sldMk cId="2147118686" sldId="356"/>
        </pc:sldMkLst>
      </pc:sldChg>
      <pc:sldChg chg="add del mod modShow">
        <pc:chgData name="Azevedo,  Jose" userId="92210181-964d-4644-b958-707adf8b77a2" providerId="ADAL" clId="{2479095E-0316-42FD-8A9B-91CF76DFFFE2}" dt="2024-05-25T19:01:10.075" v="794" actId="47"/>
        <pc:sldMkLst>
          <pc:docMk/>
          <pc:sldMk cId="3466327404" sldId="357"/>
        </pc:sldMkLst>
      </pc:sldChg>
      <pc:sldChg chg="add del">
        <pc:chgData name="Azevedo,  Jose" userId="92210181-964d-4644-b958-707adf8b77a2" providerId="ADAL" clId="{2479095E-0316-42FD-8A9B-91CF76DFFFE2}" dt="2024-05-25T19:01:10.075" v="794" actId="47"/>
        <pc:sldMkLst>
          <pc:docMk/>
          <pc:sldMk cId="2761063875" sldId="358"/>
        </pc:sldMkLst>
      </pc:sldChg>
      <pc:sldChg chg="modSp add mod ord">
        <pc:chgData name="Azevedo,  Jose" userId="92210181-964d-4644-b958-707adf8b77a2" providerId="ADAL" clId="{2479095E-0316-42FD-8A9B-91CF76DFFFE2}" dt="2024-05-25T18:34:02.650" v="458" actId="207"/>
        <pc:sldMkLst>
          <pc:docMk/>
          <pc:sldMk cId="1345071213" sldId="359"/>
        </pc:sldMkLst>
      </pc:sldChg>
      <pc:sldChg chg="add del">
        <pc:chgData name="Azevedo,  Jose" userId="92210181-964d-4644-b958-707adf8b77a2" providerId="ADAL" clId="{2479095E-0316-42FD-8A9B-91CF76DFFFE2}" dt="2024-05-25T19:01:10.075" v="794" actId="47"/>
        <pc:sldMkLst>
          <pc:docMk/>
          <pc:sldMk cId="2890820985" sldId="360"/>
        </pc:sldMkLst>
      </pc:sldChg>
      <pc:sldChg chg="modSp mod">
        <pc:chgData name="Azevedo,  Jose" userId="92210181-964d-4644-b958-707adf8b77a2" providerId="ADAL" clId="{2479095E-0316-42FD-8A9B-91CF76DFFFE2}" dt="2024-05-25T18:25:36.957" v="321" actId="20577"/>
        <pc:sldMkLst>
          <pc:docMk/>
          <pc:sldMk cId="78279025" sldId="361"/>
        </pc:sldMkLst>
      </pc:sldChg>
      <pc:sldChg chg="addSp delSp modSp add del mod">
        <pc:chgData name="Azevedo,  Jose" userId="92210181-964d-4644-b958-707adf8b77a2" providerId="ADAL" clId="{2479095E-0316-42FD-8A9B-91CF76DFFFE2}" dt="2024-05-25T18:39:46.499" v="538" actId="47"/>
        <pc:sldMkLst>
          <pc:docMk/>
          <pc:sldMk cId="1012270698" sldId="362"/>
        </pc:sldMkLst>
      </pc:sldChg>
      <pc:sldChg chg="modSp add del">
        <pc:chgData name="Azevedo,  Jose" userId="92210181-964d-4644-b958-707adf8b77a2" providerId="ADAL" clId="{2479095E-0316-42FD-8A9B-91CF76DFFFE2}" dt="2024-05-25T18:34:45.669" v="482" actId="2696"/>
        <pc:sldMkLst>
          <pc:docMk/>
          <pc:sldMk cId="3578082056" sldId="362"/>
        </pc:sldMkLst>
      </pc:sldChg>
      <pc:sldChg chg="modSp add del mod">
        <pc:chgData name="Azevedo,  Jose" userId="92210181-964d-4644-b958-707adf8b77a2" providerId="ADAL" clId="{2479095E-0316-42FD-8A9B-91CF76DFFFE2}" dt="2024-05-25T18:34:45.669" v="482" actId="2696"/>
        <pc:sldMkLst>
          <pc:docMk/>
          <pc:sldMk cId="197160111" sldId="363"/>
        </pc:sldMkLst>
      </pc:sldChg>
      <pc:sldChg chg="addSp delSp modSp add mod modAnim">
        <pc:chgData name="Azevedo,  Jose" userId="92210181-964d-4644-b958-707adf8b77a2" providerId="ADAL" clId="{2479095E-0316-42FD-8A9B-91CF76DFFFE2}" dt="2024-05-25T18:54:10.500" v="699"/>
        <pc:sldMkLst>
          <pc:docMk/>
          <pc:sldMk cId="2370273614" sldId="363"/>
        </pc:sldMkLst>
      </pc:sldChg>
      <pc:sldChg chg="delSp modSp add del mod ord">
        <pc:chgData name="Azevedo,  Jose" userId="92210181-964d-4644-b958-707adf8b77a2" providerId="ADAL" clId="{2479095E-0316-42FD-8A9B-91CF76DFFFE2}" dt="2024-05-25T19:00:45.406" v="791" actId="47"/>
        <pc:sldMkLst>
          <pc:docMk/>
          <pc:sldMk cId="512882234" sldId="364"/>
        </pc:sldMkLst>
      </pc:sldChg>
      <pc:sldChg chg="addSp delSp modSp mod ord">
        <pc:chgData name="Azevedo,  Jose" userId="92210181-964d-4644-b958-707adf8b77a2" providerId="ADAL" clId="{2479095E-0316-42FD-8A9B-91CF76DFFFE2}" dt="2024-05-25T18:30:22.960" v="405" actId="27636"/>
        <pc:sldMkLst>
          <pc:docMk/>
          <pc:sldMk cId="1663892182" sldId="371"/>
        </pc:sldMkLst>
      </pc:sldChg>
      <pc:sldChg chg="delSp del mod ord">
        <pc:chgData name="Azevedo,  Jose" userId="92210181-964d-4644-b958-707adf8b77a2" providerId="ADAL" clId="{2479095E-0316-42FD-8A9B-91CF76DFFFE2}" dt="2024-05-25T19:00:11.510" v="767" actId="47"/>
        <pc:sldMkLst>
          <pc:docMk/>
          <pc:sldMk cId="2114276019" sldId="2147310845"/>
        </pc:sldMkLst>
      </pc:sldChg>
      <pc:sldChg chg="addSp modSp mod">
        <pc:chgData name="Azevedo,  Jose" userId="92210181-964d-4644-b958-707adf8b77a2" providerId="ADAL" clId="{2479095E-0316-42FD-8A9B-91CF76DFFFE2}" dt="2024-05-21T09:51:57.754" v="36" actId="20577"/>
        <pc:sldMkLst>
          <pc:docMk/>
          <pc:sldMk cId="3993651935" sldId="2147310846"/>
        </pc:sldMkLst>
      </pc:sldChg>
      <pc:sldChg chg="addSp delSp modSp mod">
        <pc:chgData name="Azevedo,  Jose" userId="92210181-964d-4644-b958-707adf8b77a2" providerId="ADAL" clId="{2479095E-0316-42FD-8A9B-91CF76DFFFE2}" dt="2024-05-25T18:34:40.668" v="481" actId="478"/>
        <pc:sldMkLst>
          <pc:docMk/>
          <pc:sldMk cId="2119749405" sldId="2147310847"/>
        </pc:sldMkLst>
      </pc:sldChg>
      <pc:sldChg chg="addSp delSp modSp mod ord">
        <pc:chgData name="Azevedo,  Jose" userId="92210181-964d-4644-b958-707adf8b77a2" providerId="ADAL" clId="{2479095E-0316-42FD-8A9B-91CF76DFFFE2}" dt="2024-05-25T18:58:38.317" v="724"/>
        <pc:sldMkLst>
          <pc:docMk/>
          <pc:sldMk cId="74941272" sldId="2147310848"/>
        </pc:sldMkLst>
      </pc:sldChg>
      <pc:sldChg chg="del">
        <pc:chgData name="Azevedo,  Jose" userId="92210181-964d-4644-b958-707adf8b77a2" providerId="ADAL" clId="{2479095E-0316-42FD-8A9B-91CF76DFFFE2}" dt="2024-05-25T19:01:10.075" v="794" actId="47"/>
        <pc:sldMkLst>
          <pc:docMk/>
          <pc:sldMk cId="3288564633" sldId="2147310849"/>
        </pc:sldMkLst>
      </pc:sldChg>
      <pc:sldChg chg="del">
        <pc:chgData name="Azevedo,  Jose" userId="92210181-964d-4644-b958-707adf8b77a2" providerId="ADAL" clId="{2479095E-0316-42FD-8A9B-91CF76DFFFE2}" dt="2024-05-25T18:56:26.868" v="705" actId="47"/>
        <pc:sldMkLst>
          <pc:docMk/>
          <pc:sldMk cId="176515123" sldId="2147310850"/>
        </pc:sldMkLst>
      </pc:sldChg>
      <pc:sldChg chg="del">
        <pc:chgData name="Azevedo,  Jose" userId="92210181-964d-4644-b958-707adf8b77a2" providerId="ADAL" clId="{2479095E-0316-42FD-8A9B-91CF76DFFFE2}" dt="2024-05-25T18:56:26.868" v="705" actId="47"/>
        <pc:sldMkLst>
          <pc:docMk/>
          <pc:sldMk cId="3273811896" sldId="2147310851"/>
        </pc:sldMkLst>
      </pc:sldChg>
      <pc:sldChg chg="del">
        <pc:chgData name="Azevedo,  Jose" userId="92210181-964d-4644-b958-707adf8b77a2" providerId="ADAL" clId="{2479095E-0316-42FD-8A9B-91CF76DFFFE2}" dt="2024-05-25T18:56:26.868" v="705" actId="47"/>
        <pc:sldMkLst>
          <pc:docMk/>
          <pc:sldMk cId="1492904397" sldId="2147310852"/>
        </pc:sldMkLst>
      </pc:sldChg>
      <pc:sldChg chg="addSp modSp mod ord">
        <pc:chgData name="Azevedo,  Jose" userId="92210181-964d-4644-b958-707adf8b77a2" providerId="ADAL" clId="{2479095E-0316-42FD-8A9B-91CF76DFFFE2}" dt="2024-05-25T18:58:38.317" v="724"/>
        <pc:sldMkLst>
          <pc:docMk/>
          <pc:sldMk cId="2741530247" sldId="2147310853"/>
        </pc:sldMkLst>
      </pc:sldChg>
      <pc:sldChg chg="del">
        <pc:chgData name="Azevedo,  Jose" userId="92210181-964d-4644-b958-707adf8b77a2" providerId="ADAL" clId="{2479095E-0316-42FD-8A9B-91CF76DFFFE2}" dt="2024-05-25T18:56:26.868" v="705" actId="47"/>
        <pc:sldMkLst>
          <pc:docMk/>
          <pc:sldMk cId="3849477416" sldId="2147310854"/>
        </pc:sldMkLst>
      </pc:sldChg>
      <pc:sldChg chg="addSp delSp modSp mod ord">
        <pc:chgData name="Azevedo,  Jose" userId="92210181-964d-4644-b958-707adf8b77a2" providerId="ADAL" clId="{2479095E-0316-42FD-8A9B-91CF76DFFFE2}" dt="2024-05-25T18:24:54.084" v="289" actId="20577"/>
        <pc:sldMkLst>
          <pc:docMk/>
          <pc:sldMk cId="2336715340" sldId="2147310856"/>
        </pc:sldMkLst>
      </pc:sldChg>
      <pc:sldChg chg="del">
        <pc:chgData name="Azevedo,  Jose" userId="92210181-964d-4644-b958-707adf8b77a2" providerId="ADAL" clId="{2479095E-0316-42FD-8A9B-91CF76DFFFE2}" dt="2024-05-25T19:00:12.728" v="768" actId="47"/>
        <pc:sldMkLst>
          <pc:docMk/>
          <pc:sldMk cId="3633547608" sldId="2147310857"/>
        </pc:sldMkLst>
      </pc:sldChg>
      <pc:sldChg chg="del">
        <pc:chgData name="Azevedo,  Jose" userId="92210181-964d-4644-b958-707adf8b77a2" providerId="ADAL" clId="{2479095E-0316-42FD-8A9B-91CF76DFFFE2}" dt="2024-05-25T19:01:10.075" v="794" actId="47"/>
        <pc:sldMkLst>
          <pc:docMk/>
          <pc:sldMk cId="2805037679" sldId="2147310858"/>
        </pc:sldMkLst>
      </pc:sldChg>
      <pc:sldChg chg="delSp add del mod">
        <pc:chgData name="Azevedo,  Jose" userId="92210181-964d-4644-b958-707adf8b77a2" providerId="ADAL" clId="{2479095E-0316-42FD-8A9B-91CF76DFFFE2}" dt="2024-05-21T11:46:24.899" v="120" actId="47"/>
        <pc:sldMkLst>
          <pc:docMk/>
          <pc:sldMk cId="615496376" sldId="2147472061"/>
        </pc:sldMkLst>
      </pc:sldChg>
      <pc:sldChg chg="addSp modSp add ord">
        <pc:chgData name="Azevedo,  Jose" userId="92210181-964d-4644-b958-707adf8b77a2" providerId="ADAL" clId="{2479095E-0316-42FD-8A9B-91CF76DFFFE2}" dt="2024-05-25T19:02:43.078" v="832"/>
        <pc:sldMkLst>
          <pc:docMk/>
          <pc:sldMk cId="1417655197" sldId="2147472062"/>
        </pc:sldMkLst>
      </pc:sldChg>
      <pc:sldChg chg="addSp delSp modSp add mod ord modAnim">
        <pc:chgData name="Azevedo,  Jose" userId="92210181-964d-4644-b958-707adf8b77a2" providerId="ADAL" clId="{2479095E-0316-42FD-8A9B-91CF76DFFFE2}" dt="2025-01-29T21:10:01.470" v="928" actId="1035"/>
        <pc:sldMkLst>
          <pc:docMk/>
          <pc:sldMk cId="125189650" sldId="2147472063"/>
        </pc:sldMkLst>
        <pc:picChg chg="add mod">
          <ac:chgData name="Azevedo,  Jose" userId="92210181-964d-4644-b958-707adf8b77a2" providerId="ADAL" clId="{2479095E-0316-42FD-8A9B-91CF76DFFFE2}" dt="2025-01-29T21:10:01.470" v="928" actId="1035"/>
          <ac:picMkLst>
            <pc:docMk/>
            <pc:sldMk cId="125189650" sldId="2147472063"/>
            <ac:picMk id="3" creationId="{9D99050C-BBEC-F42E-6B9F-1217B5480D54}"/>
          </ac:picMkLst>
        </pc:picChg>
      </pc:sldChg>
      <pc:sldChg chg="addSp delSp modSp add mod ord setBg modClrScheme replTag chgLayout">
        <pc:chgData name="Azevedo,  Jose" userId="92210181-964d-4644-b958-707adf8b77a2" providerId="ADAL" clId="{2479095E-0316-42FD-8A9B-91CF76DFFFE2}" dt="2024-05-25T18:02:46.172" v="287" actId="700"/>
        <pc:sldMkLst>
          <pc:docMk/>
          <pc:sldMk cId="2838957947" sldId="2147472064"/>
        </pc:sldMkLst>
      </pc:sldChg>
      <pc:sldChg chg="addSp delSp modSp add mod ord">
        <pc:chgData name="Azevedo,  Jose" userId="92210181-964d-4644-b958-707adf8b77a2" providerId="ADAL" clId="{2479095E-0316-42FD-8A9B-91CF76DFFFE2}" dt="2024-05-25T18:42:47.862" v="596" actId="1076"/>
        <pc:sldMkLst>
          <pc:docMk/>
          <pc:sldMk cId="3116290350" sldId="2147472065"/>
        </pc:sldMkLst>
      </pc:sldChg>
      <pc:sldChg chg="addSp delSp modSp add del">
        <pc:chgData name="Azevedo,  Jose" userId="92210181-964d-4644-b958-707adf8b77a2" providerId="ADAL" clId="{2479095E-0316-42FD-8A9B-91CF76DFFFE2}" dt="2024-05-25T18:43:02.153" v="598" actId="47"/>
        <pc:sldMkLst>
          <pc:docMk/>
          <pc:sldMk cId="747182475" sldId="2147472066"/>
        </pc:sldMkLst>
      </pc:sldChg>
      <pc:sldChg chg="addSp modSp add mod">
        <pc:chgData name="Azevedo,  Jose" userId="92210181-964d-4644-b958-707adf8b77a2" providerId="ADAL" clId="{2479095E-0316-42FD-8A9B-91CF76DFFFE2}" dt="2024-05-25T19:02:37.045" v="830" actId="20577"/>
        <pc:sldMkLst>
          <pc:docMk/>
          <pc:sldMk cId="2053046393" sldId="2147472066"/>
        </pc:sldMkLst>
      </pc:sldChg>
      <pc:sldChg chg="addSp delSp modSp add mod ord delAnim">
        <pc:chgData name="Azevedo,  Jose" userId="92210181-964d-4644-b958-707adf8b77a2" providerId="ADAL" clId="{2479095E-0316-42FD-8A9B-91CF76DFFFE2}" dt="2024-05-28T06:27:14.603" v="919" actId="20577"/>
        <pc:sldMkLst>
          <pc:docMk/>
          <pc:sldMk cId="844123108" sldId="2147472067"/>
        </pc:sldMkLst>
      </pc:sldChg>
      <pc:sldChg chg="add">
        <pc:chgData name="Azevedo,  Jose" userId="92210181-964d-4644-b958-707adf8b77a2" providerId="ADAL" clId="{2479095E-0316-42FD-8A9B-91CF76DFFFE2}" dt="2024-05-25T19:00:16.660" v="769"/>
        <pc:sldMkLst>
          <pc:docMk/>
          <pc:sldMk cId="3230204633" sldId="2147472068"/>
        </pc:sldMkLst>
      </pc:sldChg>
      <pc:sldChg chg="addSp delSp modSp add mod ord">
        <pc:chgData name="Azevedo,  Jose" userId="92210181-964d-4644-b958-707adf8b77a2" providerId="ADAL" clId="{2479095E-0316-42FD-8A9B-91CF76DFFFE2}" dt="2024-05-25T19:02:40.679" v="831"/>
        <pc:sldMkLst>
          <pc:docMk/>
          <pc:sldMk cId="2131646716" sldId="2147472069"/>
        </pc:sldMkLst>
      </pc:sldChg>
      <pc:sldChg chg="delSp mod modShow">
        <pc:chgData name="Azevedo,  Jose" userId="92210181-964d-4644-b958-707adf8b77a2" providerId="ADAL" clId="{2479095E-0316-42FD-8A9B-91CF76DFFFE2}" dt="2024-05-28T06:38:00.016" v="921" actId="729"/>
        <pc:sldMkLst>
          <pc:docMk/>
          <pc:sldMk cId="3547917140" sldId="2147472075"/>
        </pc:sldMkLst>
      </pc:sldChg>
      <pc:sldChg chg="modAnim">
        <pc:chgData name="Azevedo,  Jose" userId="92210181-964d-4644-b958-707adf8b77a2" providerId="ADAL" clId="{2479095E-0316-42FD-8A9B-91CF76DFFFE2}" dt="2024-05-28T06:42:24.580" v="923"/>
        <pc:sldMkLst>
          <pc:docMk/>
          <pc:sldMk cId="1129903536" sldId="2147472076"/>
        </pc:sldMkLst>
      </pc:sldChg>
      <pc:sldMasterChg chg="delSldLayout">
        <pc:chgData name="Azevedo,  Jose" userId="92210181-964d-4644-b958-707adf8b77a2" providerId="ADAL" clId="{2479095E-0316-42FD-8A9B-91CF76DFFFE2}" dt="2024-05-25T18:58:00.908" v="721" actId="47"/>
        <pc:sldMasterMkLst>
          <pc:docMk/>
          <pc:sldMasterMk cId="4048717320" sldId="2147483660"/>
        </pc:sldMasterMkLst>
        <pc:sldLayoutChg chg="del">
          <pc:chgData name="Azevedo,  Jose" userId="92210181-964d-4644-b958-707adf8b77a2" providerId="ADAL" clId="{2479095E-0316-42FD-8A9B-91CF76DFFFE2}" dt="2024-05-25T18:58:00.908" v="721" actId="47"/>
          <pc:sldLayoutMkLst>
            <pc:docMk/>
            <pc:sldMasterMk cId="4048717320" sldId="2147483660"/>
            <pc:sldLayoutMk cId="2988493577" sldId="2147483767"/>
          </pc:sldLayoutMkLst>
        </pc:sldLayoutChg>
        <pc:sldLayoutChg chg="del">
          <pc:chgData name="Azevedo,  Jose" userId="92210181-964d-4644-b958-707adf8b77a2" providerId="ADAL" clId="{2479095E-0316-42FD-8A9B-91CF76DFFFE2}" dt="2024-05-25T18:34:45.669" v="482" actId="2696"/>
          <pc:sldLayoutMkLst>
            <pc:docMk/>
            <pc:sldMasterMk cId="4048717320" sldId="2147483660"/>
            <pc:sldLayoutMk cId="3860282357" sldId="2147483768"/>
          </pc:sldLayoutMkLst>
        </pc:sldLayoutChg>
        <pc:sldLayoutChg chg="del">
          <pc:chgData name="Azevedo,  Jose" userId="92210181-964d-4644-b958-707adf8b77a2" providerId="ADAL" clId="{2479095E-0316-42FD-8A9B-91CF76DFFFE2}" dt="2024-05-25T18:34:45.669" v="482" actId="2696"/>
          <pc:sldLayoutMkLst>
            <pc:docMk/>
            <pc:sldMasterMk cId="4048717320" sldId="2147483660"/>
            <pc:sldLayoutMk cId="2969042412" sldId="2147483769"/>
          </pc:sldLayoutMkLst>
        </pc:sldLayoutChg>
        <pc:sldLayoutChg chg="del">
          <pc:chgData name="Azevedo,  Jose" userId="92210181-964d-4644-b958-707adf8b77a2" providerId="ADAL" clId="{2479095E-0316-42FD-8A9B-91CF76DFFFE2}" dt="2024-05-21T11:46:24.899" v="120" actId="47"/>
          <pc:sldLayoutMkLst>
            <pc:docMk/>
            <pc:sldMasterMk cId="4048717320" sldId="2147483660"/>
            <pc:sldLayoutMk cId="1578529914" sldId="2147483770"/>
          </pc:sldLayoutMkLst>
        </pc:sldLayoutChg>
      </pc:sldMasterChg>
    </pc:docChg>
  </pc:docChgLst>
  <pc:docChgLst>
    <pc:chgData name="Riordan,  Neill" userId="S::neill.riordan@kpmg.co.uk::5bb0e43f-d4a8-4255-a24e-76aa35a3fb2a" providerId="AD" clId="Web-{E5A177D4-AB1F-3788-DEC7-AB2519DB3550}"/>
    <pc:docChg chg="addSld delSld modSld">
      <pc:chgData name="Riordan,  Neill" userId="S::neill.riordan@kpmg.co.uk::5bb0e43f-d4a8-4255-a24e-76aa35a3fb2a" providerId="AD" clId="Web-{E5A177D4-AB1F-3788-DEC7-AB2519DB3550}" dt="2024-05-29T13:06:15.927" v="18"/>
      <pc:docMkLst>
        <pc:docMk/>
      </pc:docMkLst>
      <pc:sldChg chg="del">
        <pc:chgData name="Riordan,  Neill" userId="S::neill.riordan@kpmg.co.uk::5bb0e43f-d4a8-4255-a24e-76aa35a3fb2a" providerId="AD" clId="Web-{E5A177D4-AB1F-3788-DEC7-AB2519DB3550}" dt="2024-05-29T00:08:21.440" v="1"/>
        <pc:sldMkLst>
          <pc:docMk/>
          <pc:sldMk cId="0" sldId="258"/>
        </pc:sldMkLst>
      </pc:sldChg>
      <pc:sldChg chg="del">
        <pc:chgData name="Riordan,  Neill" userId="S::neill.riordan@kpmg.co.uk::5bb0e43f-d4a8-4255-a24e-76aa35a3fb2a" providerId="AD" clId="Web-{E5A177D4-AB1F-3788-DEC7-AB2519DB3550}" dt="2024-05-29T00:08:29.159" v="2"/>
        <pc:sldMkLst>
          <pc:docMk/>
          <pc:sldMk cId="0" sldId="259"/>
        </pc:sldMkLst>
      </pc:sldChg>
      <pc:sldChg chg="del">
        <pc:chgData name="Riordan,  Neill" userId="S::neill.riordan@kpmg.co.uk::5bb0e43f-d4a8-4255-a24e-76aa35a3fb2a" providerId="AD" clId="Web-{E5A177D4-AB1F-3788-DEC7-AB2519DB3550}" dt="2024-05-29T00:08:16.784" v="0"/>
        <pc:sldMkLst>
          <pc:docMk/>
          <pc:sldMk cId="3547917140" sldId="2147472075"/>
        </pc:sldMkLst>
      </pc:sldChg>
      <pc:sldChg chg="modSp">
        <pc:chgData name="Riordan,  Neill" userId="S::neill.riordan@kpmg.co.uk::5bb0e43f-d4a8-4255-a24e-76aa35a3fb2a" providerId="AD" clId="Web-{E5A177D4-AB1F-3788-DEC7-AB2519DB3550}" dt="2024-05-29T13:05:54.223" v="3" actId="1076"/>
        <pc:sldMkLst>
          <pc:docMk/>
          <pc:sldMk cId="1129903536" sldId="2147472076"/>
        </pc:sldMkLst>
      </pc:sldChg>
      <pc:sldChg chg="addSp delSp new addAnim delAnim">
        <pc:chgData name="Riordan,  Neill" userId="S::neill.riordan@kpmg.co.uk::5bb0e43f-d4a8-4255-a24e-76aa35a3fb2a" providerId="AD" clId="Web-{E5A177D4-AB1F-3788-DEC7-AB2519DB3550}" dt="2024-05-29T13:06:15.927" v="18"/>
        <pc:sldMkLst>
          <pc:docMk/>
          <pc:sldMk cId="3676638936" sldId="2147472082"/>
        </pc:sldMkLst>
      </pc:sldChg>
    </pc:docChg>
  </pc:docChgLst>
  <pc:docChgLst>
    <pc:chgData name="Riordan,  Neill" userId="S::neill.riordan@kpmg.co.uk::5bb0e43f-d4a8-4255-a24e-76aa35a3fb2a" providerId="AD" clId="Web-{CE44450A-07F5-63E7-2907-EE068394872E}"/>
    <pc:docChg chg="addSld modSld">
      <pc:chgData name="Riordan,  Neill" userId="S::neill.riordan@kpmg.co.uk::5bb0e43f-d4a8-4255-a24e-76aa35a3fb2a" providerId="AD" clId="Web-{CE44450A-07F5-63E7-2907-EE068394872E}" dt="2024-05-27T16:40:29.072" v="33" actId="14100"/>
      <pc:docMkLst>
        <pc:docMk/>
      </pc:docMkLst>
      <pc:sldChg chg="modSp">
        <pc:chgData name="Riordan,  Neill" userId="S::neill.riordan@kpmg.co.uk::5bb0e43f-d4a8-4255-a24e-76aa35a3fb2a" providerId="AD" clId="Web-{CE44450A-07F5-63E7-2907-EE068394872E}" dt="2024-05-27T16:23:40.886" v="25" actId="20577"/>
        <pc:sldMkLst>
          <pc:docMk/>
          <pc:sldMk cId="844123108" sldId="2147472067"/>
        </pc:sldMkLst>
      </pc:sldChg>
      <pc:sldChg chg="addSp delSp modSp new mod modClrScheme chgLayout">
        <pc:chgData name="Riordan,  Neill" userId="S::neill.riordan@kpmg.co.uk::5bb0e43f-d4a8-4255-a24e-76aa35a3fb2a" providerId="AD" clId="Web-{CE44450A-07F5-63E7-2907-EE068394872E}" dt="2024-05-27T16:40:29.072" v="33" actId="14100"/>
        <pc:sldMkLst>
          <pc:docMk/>
          <pc:sldMk cId="3547917140" sldId="2147472075"/>
        </pc:sldMkLst>
      </pc:sldChg>
    </pc:docChg>
  </pc:docChgLst>
  <pc:docChgLst>
    <pc:chgData name="Riordan,  Neill" userId="S::neill.riordan@kpmg.co.uk::5bb0e43f-d4a8-4255-a24e-76aa35a3fb2a" providerId="AD" clId="Web-{F2EA7198-ECA5-07AF-BA7E-DE1EC2E80279}"/>
    <pc:docChg chg="modSld">
      <pc:chgData name="Riordan,  Neill" userId="S::neill.riordan@kpmg.co.uk::5bb0e43f-d4a8-4255-a24e-76aa35a3fb2a" providerId="AD" clId="Web-{F2EA7198-ECA5-07AF-BA7E-DE1EC2E80279}" dt="2024-05-27T16:15:23.435" v="0"/>
      <pc:docMkLst>
        <pc:docMk/>
      </pc:docMkLst>
      <pc:sldChg chg="mod modShow">
        <pc:chgData name="Riordan,  Neill" userId="S::neill.riordan@kpmg.co.uk::5bb0e43f-d4a8-4255-a24e-76aa35a3fb2a" providerId="AD" clId="Web-{F2EA7198-ECA5-07AF-BA7E-DE1EC2E80279}" dt="2024-05-27T16:15:23.435" v="0"/>
        <pc:sldMkLst>
          <pc:docMk/>
          <pc:sldMk cId="0" sldId="258"/>
        </pc:sldMkLst>
      </pc:sldChg>
    </pc:docChg>
  </pc:docChgLst>
  <pc:docChgLst>
    <pc:chgData name="Riordan,  Neill" userId="S::neill.riordan@kpmg.co.uk::5bb0e43f-d4a8-4255-a24e-76aa35a3fb2a" providerId="AD" clId="Web-{053AA1FF-7FBF-750B-F90D-D6BEEAAA0713}"/>
    <pc:docChg chg="modSld">
      <pc:chgData name="Riordan,  Neill" userId="S::neill.riordan@kpmg.co.uk::5bb0e43f-d4a8-4255-a24e-76aa35a3fb2a" providerId="AD" clId="Web-{053AA1FF-7FBF-750B-F90D-D6BEEAAA0713}" dt="2025-03-03T15:38:48.314" v="7" actId="1076"/>
      <pc:docMkLst>
        <pc:docMk/>
      </pc:docMkLst>
      <pc:sldChg chg="modSp">
        <pc:chgData name="Riordan,  Neill" userId="S::neill.riordan@kpmg.co.uk::5bb0e43f-d4a8-4255-a24e-76aa35a3fb2a" providerId="AD" clId="Web-{053AA1FF-7FBF-750B-F90D-D6BEEAAA0713}" dt="2025-03-03T15:34:23.338" v="5" actId="20577"/>
        <pc:sldMkLst>
          <pc:docMk/>
          <pc:sldMk cId="2131646716" sldId="2147472069"/>
        </pc:sldMkLst>
        <pc:spChg chg="mod">
          <ac:chgData name="Riordan,  Neill" userId="S::neill.riordan@kpmg.co.uk::5bb0e43f-d4a8-4255-a24e-76aa35a3fb2a" providerId="AD" clId="Web-{053AA1FF-7FBF-750B-F90D-D6BEEAAA0713}" dt="2025-03-03T15:34:23.338" v="5" actId="20577"/>
          <ac:spMkLst>
            <pc:docMk/>
            <pc:sldMk cId="2131646716" sldId="2147472069"/>
            <ac:spMk id="2" creationId="{6E18DBCE-F40C-D90F-626F-1E8472E0AE6C}"/>
          </ac:spMkLst>
        </pc:spChg>
      </pc:sldChg>
      <pc:sldChg chg="modSp">
        <pc:chgData name="Riordan,  Neill" userId="S::neill.riordan@kpmg.co.uk::5bb0e43f-d4a8-4255-a24e-76aa35a3fb2a" providerId="AD" clId="Web-{053AA1FF-7FBF-750B-F90D-D6BEEAAA0713}" dt="2025-03-03T15:38:48.314" v="7" actId="1076"/>
        <pc:sldMkLst>
          <pc:docMk/>
          <pc:sldMk cId="3631984181" sldId="2147472074"/>
        </pc:sldMkLst>
        <pc:picChg chg="mod">
          <ac:chgData name="Riordan,  Neill" userId="S::neill.riordan@kpmg.co.uk::5bb0e43f-d4a8-4255-a24e-76aa35a3fb2a" providerId="AD" clId="Web-{053AA1FF-7FBF-750B-F90D-D6BEEAAA0713}" dt="2025-03-03T15:38:48.314" v="7" actId="1076"/>
          <ac:picMkLst>
            <pc:docMk/>
            <pc:sldMk cId="3631984181" sldId="2147472074"/>
            <ac:picMk id="22" creationId="{5AC664AF-13C7-932E-1D56-BB6157482541}"/>
          </ac:picMkLst>
        </pc:picChg>
      </pc:sldChg>
      <pc:sldChg chg="modSp">
        <pc:chgData name="Riordan,  Neill" userId="S::neill.riordan@kpmg.co.uk::5bb0e43f-d4a8-4255-a24e-76aa35a3fb2a" providerId="AD" clId="Web-{053AA1FF-7FBF-750B-F90D-D6BEEAAA0713}" dt="2025-03-03T15:37:59.188" v="6" actId="1076"/>
        <pc:sldMkLst>
          <pc:docMk/>
          <pc:sldMk cId="3821394928" sldId="2147472080"/>
        </pc:sldMkLst>
        <pc:picChg chg="mod">
          <ac:chgData name="Riordan,  Neill" userId="S::neill.riordan@kpmg.co.uk::5bb0e43f-d4a8-4255-a24e-76aa35a3fb2a" providerId="AD" clId="Web-{053AA1FF-7FBF-750B-F90D-D6BEEAAA0713}" dt="2025-03-03T15:37:59.188" v="6" actId="1076"/>
          <ac:picMkLst>
            <pc:docMk/>
            <pc:sldMk cId="3821394928" sldId="2147472080"/>
            <ac:picMk id="2" creationId="{FBDAF3A5-C239-C4BD-1615-31FA1B48B0B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7C4A8B-68F5-4BA0-A2D9-7315AEF570A6}" type="doc">
      <dgm:prSet loTypeId="urn:microsoft.com/office/officeart/2005/8/layout/pyramid4" loCatId="pyramid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GB"/>
        </a:p>
      </dgm:t>
    </dgm:pt>
    <dgm:pt modelId="{DDF940AB-02BA-48F2-93ED-6628D6B09A77}">
      <dgm:prSet phldrT="[Text]"/>
      <dgm:spPr>
        <a:solidFill>
          <a:srgbClr val="612CB0"/>
        </a:solidFill>
      </dgm:spPr>
      <dgm:t>
        <a:bodyPr/>
        <a:lstStyle/>
        <a:p>
          <a:r>
            <a:rPr lang="en-GB" dirty="0">
              <a:solidFill>
                <a:schemeClr val="tx2"/>
              </a:solidFill>
            </a:rPr>
            <a:t>PM</a:t>
          </a:r>
        </a:p>
      </dgm:t>
    </dgm:pt>
    <dgm:pt modelId="{3265B3BE-FD0D-41DD-962D-67FDAC87FD7D}" type="parTrans" cxnId="{E723714A-8484-45FF-B66B-D32C2EBCD5AA}">
      <dgm:prSet/>
      <dgm:spPr/>
      <dgm:t>
        <a:bodyPr/>
        <a:lstStyle/>
        <a:p>
          <a:endParaRPr lang="en-GB">
            <a:solidFill>
              <a:schemeClr val="tx2"/>
            </a:solidFill>
          </a:endParaRPr>
        </a:p>
      </dgm:t>
    </dgm:pt>
    <dgm:pt modelId="{4997D1DB-F514-4BA7-BD79-A557185F13CB}" type="sibTrans" cxnId="{E723714A-8484-45FF-B66B-D32C2EBCD5AA}">
      <dgm:prSet/>
      <dgm:spPr/>
      <dgm:t>
        <a:bodyPr/>
        <a:lstStyle/>
        <a:p>
          <a:endParaRPr lang="en-GB">
            <a:solidFill>
              <a:schemeClr val="tx2"/>
            </a:solidFill>
          </a:endParaRPr>
        </a:p>
      </dgm:t>
    </dgm:pt>
    <dgm:pt modelId="{7E84ADED-3296-44E4-8710-A3C3F3A20258}">
      <dgm:prSet phldrT="[Text]"/>
      <dgm:spPr>
        <a:solidFill>
          <a:srgbClr val="BEAFFF"/>
        </a:solidFill>
      </dgm:spPr>
      <dgm:t>
        <a:bodyPr/>
        <a:lstStyle/>
        <a:p>
          <a:r>
            <a:rPr lang="en-GB">
              <a:solidFill>
                <a:schemeClr val="tx2"/>
              </a:solidFill>
            </a:rPr>
            <a:t>TA</a:t>
          </a:r>
        </a:p>
      </dgm:t>
    </dgm:pt>
    <dgm:pt modelId="{CC0687EC-9081-419F-A309-137363B429B1}" type="parTrans" cxnId="{024BC487-6F57-4525-A5D0-3A178865A71D}">
      <dgm:prSet/>
      <dgm:spPr/>
      <dgm:t>
        <a:bodyPr/>
        <a:lstStyle/>
        <a:p>
          <a:endParaRPr lang="en-GB">
            <a:solidFill>
              <a:schemeClr val="tx2"/>
            </a:solidFill>
          </a:endParaRPr>
        </a:p>
      </dgm:t>
    </dgm:pt>
    <dgm:pt modelId="{1FCBEDA4-7170-4368-8D07-60D3A89CF339}" type="sibTrans" cxnId="{024BC487-6F57-4525-A5D0-3A178865A71D}">
      <dgm:prSet/>
      <dgm:spPr/>
      <dgm:t>
        <a:bodyPr/>
        <a:lstStyle/>
        <a:p>
          <a:endParaRPr lang="en-GB">
            <a:solidFill>
              <a:schemeClr val="tx2"/>
            </a:solidFill>
          </a:endParaRPr>
        </a:p>
      </dgm:t>
    </dgm:pt>
    <dgm:pt modelId="{744F9BED-C8B7-4148-91C5-7A29AACC8C89}">
      <dgm:prSet phldrT="[Text]"/>
      <dgm:spPr/>
      <dgm:t>
        <a:bodyPr/>
        <a:lstStyle/>
        <a:p>
          <a:r>
            <a:rPr lang="en-GB" dirty="0">
              <a:solidFill>
                <a:schemeClr val="tx2"/>
              </a:solidFill>
            </a:rPr>
            <a:t>3-Way Tension</a:t>
          </a:r>
        </a:p>
      </dgm:t>
    </dgm:pt>
    <dgm:pt modelId="{84EBA592-8BAB-4FD4-B6C9-20359209A4DD}" type="parTrans" cxnId="{601116A1-A00C-4AAA-835F-78E1C3CA7FBD}">
      <dgm:prSet/>
      <dgm:spPr/>
      <dgm:t>
        <a:bodyPr/>
        <a:lstStyle/>
        <a:p>
          <a:endParaRPr lang="en-GB">
            <a:solidFill>
              <a:schemeClr val="tx2"/>
            </a:solidFill>
          </a:endParaRPr>
        </a:p>
      </dgm:t>
    </dgm:pt>
    <dgm:pt modelId="{1CBC95AC-9626-4374-B19D-1E0D98A2C76D}" type="sibTrans" cxnId="{601116A1-A00C-4AAA-835F-78E1C3CA7FBD}">
      <dgm:prSet/>
      <dgm:spPr/>
      <dgm:t>
        <a:bodyPr/>
        <a:lstStyle/>
        <a:p>
          <a:endParaRPr lang="en-GB">
            <a:solidFill>
              <a:schemeClr val="tx2"/>
            </a:solidFill>
          </a:endParaRPr>
        </a:p>
      </dgm:t>
    </dgm:pt>
    <dgm:pt modelId="{68765228-78A0-464A-8DF4-3752EF8A4A52}">
      <dgm:prSet phldrT="[Text]"/>
      <dgm:spPr>
        <a:solidFill>
          <a:srgbClr val="BC73EA"/>
        </a:solidFill>
      </dgm:spPr>
      <dgm:t>
        <a:bodyPr/>
        <a:lstStyle/>
        <a:p>
          <a:r>
            <a:rPr lang="en-GB" dirty="0">
              <a:solidFill>
                <a:schemeClr val="tx2"/>
              </a:solidFill>
            </a:rPr>
            <a:t>SA</a:t>
          </a:r>
        </a:p>
      </dgm:t>
    </dgm:pt>
    <dgm:pt modelId="{C31EDE27-C505-4D93-BBE1-D2626E0B67E3}" type="parTrans" cxnId="{FB9ED342-CD13-4D7B-A407-5D7BE398CCE6}">
      <dgm:prSet/>
      <dgm:spPr/>
      <dgm:t>
        <a:bodyPr/>
        <a:lstStyle/>
        <a:p>
          <a:endParaRPr lang="en-GB">
            <a:solidFill>
              <a:schemeClr val="tx2"/>
            </a:solidFill>
          </a:endParaRPr>
        </a:p>
      </dgm:t>
    </dgm:pt>
    <dgm:pt modelId="{674F4457-6008-4EF5-AB64-17EB61D03234}" type="sibTrans" cxnId="{FB9ED342-CD13-4D7B-A407-5D7BE398CCE6}">
      <dgm:prSet/>
      <dgm:spPr/>
      <dgm:t>
        <a:bodyPr/>
        <a:lstStyle/>
        <a:p>
          <a:endParaRPr lang="en-GB">
            <a:solidFill>
              <a:schemeClr val="tx2"/>
            </a:solidFill>
          </a:endParaRPr>
        </a:p>
      </dgm:t>
    </dgm:pt>
    <dgm:pt modelId="{90A0EC8A-77B8-4376-8B02-8712244FB247}" type="pres">
      <dgm:prSet presAssocID="{117C4A8B-68F5-4BA0-A2D9-7315AEF570A6}" presName="compositeShape" presStyleCnt="0">
        <dgm:presLayoutVars>
          <dgm:chMax val="9"/>
          <dgm:dir/>
          <dgm:resizeHandles val="exact"/>
        </dgm:presLayoutVars>
      </dgm:prSet>
      <dgm:spPr/>
    </dgm:pt>
    <dgm:pt modelId="{3F12E46B-C758-49A2-A0D8-46D5F3CD554F}" type="pres">
      <dgm:prSet presAssocID="{117C4A8B-68F5-4BA0-A2D9-7315AEF570A6}" presName="triangle1" presStyleLbl="node1" presStyleIdx="0" presStyleCnt="4">
        <dgm:presLayoutVars>
          <dgm:bulletEnabled val="1"/>
        </dgm:presLayoutVars>
      </dgm:prSet>
      <dgm:spPr/>
    </dgm:pt>
    <dgm:pt modelId="{21D449B1-3212-4B27-BF2F-9FC65B214F37}" type="pres">
      <dgm:prSet presAssocID="{117C4A8B-68F5-4BA0-A2D9-7315AEF570A6}" presName="triangle2" presStyleLbl="node1" presStyleIdx="1" presStyleCnt="4">
        <dgm:presLayoutVars>
          <dgm:bulletEnabled val="1"/>
        </dgm:presLayoutVars>
      </dgm:prSet>
      <dgm:spPr/>
    </dgm:pt>
    <dgm:pt modelId="{052878F8-45AB-45DA-85CE-EEAFE0943B6B}" type="pres">
      <dgm:prSet presAssocID="{117C4A8B-68F5-4BA0-A2D9-7315AEF570A6}" presName="triangle3" presStyleLbl="node1" presStyleIdx="2" presStyleCnt="4">
        <dgm:presLayoutVars>
          <dgm:bulletEnabled val="1"/>
        </dgm:presLayoutVars>
      </dgm:prSet>
      <dgm:spPr/>
    </dgm:pt>
    <dgm:pt modelId="{399EABB2-120F-4624-B65B-B4A13F23917C}" type="pres">
      <dgm:prSet presAssocID="{117C4A8B-68F5-4BA0-A2D9-7315AEF570A6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A56F5700-DE88-4758-9597-505429A2AC39}" type="presOf" srcId="{744F9BED-C8B7-4148-91C5-7A29AACC8C89}" destId="{052878F8-45AB-45DA-85CE-EEAFE0943B6B}" srcOrd="0" destOrd="0" presId="urn:microsoft.com/office/officeart/2005/8/layout/pyramid4"/>
    <dgm:cxn modelId="{FB9ED342-CD13-4D7B-A407-5D7BE398CCE6}" srcId="{117C4A8B-68F5-4BA0-A2D9-7315AEF570A6}" destId="{68765228-78A0-464A-8DF4-3752EF8A4A52}" srcOrd="3" destOrd="0" parTransId="{C31EDE27-C505-4D93-BBE1-D2626E0B67E3}" sibTransId="{674F4457-6008-4EF5-AB64-17EB61D03234}"/>
    <dgm:cxn modelId="{3A1B9946-A5D7-4CBB-9114-05038302602E}" type="presOf" srcId="{117C4A8B-68F5-4BA0-A2D9-7315AEF570A6}" destId="{90A0EC8A-77B8-4376-8B02-8712244FB247}" srcOrd="0" destOrd="0" presId="urn:microsoft.com/office/officeart/2005/8/layout/pyramid4"/>
    <dgm:cxn modelId="{E723714A-8484-45FF-B66B-D32C2EBCD5AA}" srcId="{117C4A8B-68F5-4BA0-A2D9-7315AEF570A6}" destId="{DDF940AB-02BA-48F2-93ED-6628D6B09A77}" srcOrd="0" destOrd="0" parTransId="{3265B3BE-FD0D-41DD-962D-67FDAC87FD7D}" sibTransId="{4997D1DB-F514-4BA7-BD79-A557185F13CB}"/>
    <dgm:cxn modelId="{3F434055-A61F-4BD6-B15F-3EEFF435F8D7}" type="presOf" srcId="{7E84ADED-3296-44E4-8710-A3C3F3A20258}" destId="{21D449B1-3212-4B27-BF2F-9FC65B214F37}" srcOrd="0" destOrd="0" presId="urn:microsoft.com/office/officeart/2005/8/layout/pyramid4"/>
    <dgm:cxn modelId="{5E55A27C-E8EE-4F46-863C-356769F88C90}" type="presOf" srcId="{DDF940AB-02BA-48F2-93ED-6628D6B09A77}" destId="{3F12E46B-C758-49A2-A0D8-46D5F3CD554F}" srcOrd="0" destOrd="0" presId="urn:microsoft.com/office/officeart/2005/8/layout/pyramid4"/>
    <dgm:cxn modelId="{024BC487-6F57-4525-A5D0-3A178865A71D}" srcId="{117C4A8B-68F5-4BA0-A2D9-7315AEF570A6}" destId="{7E84ADED-3296-44E4-8710-A3C3F3A20258}" srcOrd="1" destOrd="0" parTransId="{CC0687EC-9081-419F-A309-137363B429B1}" sibTransId="{1FCBEDA4-7170-4368-8D07-60D3A89CF339}"/>
    <dgm:cxn modelId="{601116A1-A00C-4AAA-835F-78E1C3CA7FBD}" srcId="{117C4A8B-68F5-4BA0-A2D9-7315AEF570A6}" destId="{744F9BED-C8B7-4148-91C5-7A29AACC8C89}" srcOrd="2" destOrd="0" parTransId="{84EBA592-8BAB-4FD4-B6C9-20359209A4DD}" sibTransId="{1CBC95AC-9626-4374-B19D-1E0D98A2C76D}"/>
    <dgm:cxn modelId="{C8D131AC-DA22-4F2E-BD87-B050018B6316}" type="presOf" srcId="{68765228-78A0-464A-8DF4-3752EF8A4A52}" destId="{399EABB2-120F-4624-B65B-B4A13F23917C}" srcOrd="0" destOrd="0" presId="urn:microsoft.com/office/officeart/2005/8/layout/pyramid4"/>
    <dgm:cxn modelId="{B0B05480-94F9-4905-93F9-C965B55CCEF3}" type="presParOf" srcId="{90A0EC8A-77B8-4376-8B02-8712244FB247}" destId="{3F12E46B-C758-49A2-A0D8-46D5F3CD554F}" srcOrd="0" destOrd="0" presId="urn:microsoft.com/office/officeart/2005/8/layout/pyramid4"/>
    <dgm:cxn modelId="{AB23B470-7C4C-4EC1-AD21-7E7646DF3EB0}" type="presParOf" srcId="{90A0EC8A-77B8-4376-8B02-8712244FB247}" destId="{21D449B1-3212-4B27-BF2F-9FC65B214F37}" srcOrd="1" destOrd="0" presId="urn:microsoft.com/office/officeart/2005/8/layout/pyramid4"/>
    <dgm:cxn modelId="{F10B819F-5690-4458-9166-6413ECB9A2B6}" type="presParOf" srcId="{90A0EC8A-77B8-4376-8B02-8712244FB247}" destId="{052878F8-45AB-45DA-85CE-EEAFE0943B6B}" srcOrd="2" destOrd="0" presId="urn:microsoft.com/office/officeart/2005/8/layout/pyramid4"/>
    <dgm:cxn modelId="{B09B8150-2FA2-458D-B91B-54B6384449F2}" type="presParOf" srcId="{90A0EC8A-77B8-4376-8B02-8712244FB247}" destId="{399EABB2-120F-4624-B65B-B4A13F23917C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12E46B-C758-49A2-A0D8-46D5F3CD554F}">
      <dsp:nvSpPr>
        <dsp:cNvPr id="0" name=""/>
        <dsp:cNvSpPr/>
      </dsp:nvSpPr>
      <dsp:spPr>
        <a:xfrm>
          <a:off x="3008141" y="0"/>
          <a:ext cx="2462819" cy="2462819"/>
        </a:xfrm>
        <a:prstGeom prst="triangle">
          <a:avLst/>
        </a:prstGeom>
        <a:solidFill>
          <a:srgbClr val="612CB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tx2"/>
              </a:solidFill>
            </a:rPr>
            <a:t>PM</a:t>
          </a:r>
        </a:p>
      </dsp:txBody>
      <dsp:txXfrm>
        <a:off x="3623846" y="1231410"/>
        <a:ext cx="1231409" cy="1231409"/>
      </dsp:txXfrm>
    </dsp:sp>
    <dsp:sp modelId="{21D449B1-3212-4B27-BF2F-9FC65B214F37}">
      <dsp:nvSpPr>
        <dsp:cNvPr id="0" name=""/>
        <dsp:cNvSpPr/>
      </dsp:nvSpPr>
      <dsp:spPr>
        <a:xfrm>
          <a:off x="1776732" y="2462819"/>
          <a:ext cx="2462819" cy="2462819"/>
        </a:xfrm>
        <a:prstGeom prst="triangle">
          <a:avLst/>
        </a:prstGeom>
        <a:solidFill>
          <a:srgbClr val="BEAF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chemeClr val="tx2"/>
              </a:solidFill>
            </a:rPr>
            <a:t>TA</a:t>
          </a:r>
        </a:p>
      </dsp:txBody>
      <dsp:txXfrm>
        <a:off x="2392437" y="3694229"/>
        <a:ext cx="1231409" cy="1231409"/>
      </dsp:txXfrm>
    </dsp:sp>
    <dsp:sp modelId="{052878F8-45AB-45DA-85CE-EEAFE0943B6B}">
      <dsp:nvSpPr>
        <dsp:cNvPr id="0" name=""/>
        <dsp:cNvSpPr/>
      </dsp:nvSpPr>
      <dsp:spPr>
        <a:xfrm rot="10800000">
          <a:off x="3008141" y="2462819"/>
          <a:ext cx="2462819" cy="2462819"/>
        </a:xfrm>
        <a:prstGeom prst="triangle">
          <a:avLst/>
        </a:prstGeom>
        <a:solidFill>
          <a:schemeClr val="accent6">
            <a:shade val="50000"/>
            <a:hueOff val="579759"/>
            <a:satOff val="-63377"/>
            <a:lumOff val="520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tx2"/>
              </a:solidFill>
            </a:rPr>
            <a:t>3-Way Tension</a:t>
          </a:r>
        </a:p>
      </dsp:txBody>
      <dsp:txXfrm rot="10800000">
        <a:off x="3623846" y="2462819"/>
        <a:ext cx="1231409" cy="1231409"/>
      </dsp:txXfrm>
    </dsp:sp>
    <dsp:sp modelId="{399EABB2-120F-4624-B65B-B4A13F23917C}">
      <dsp:nvSpPr>
        <dsp:cNvPr id="0" name=""/>
        <dsp:cNvSpPr/>
      </dsp:nvSpPr>
      <dsp:spPr>
        <a:xfrm>
          <a:off x="4239551" y="2462819"/>
          <a:ext cx="2462819" cy="2462819"/>
        </a:xfrm>
        <a:prstGeom prst="triangle">
          <a:avLst/>
        </a:prstGeom>
        <a:solidFill>
          <a:srgbClr val="BC73E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tx2"/>
              </a:solidFill>
            </a:rPr>
            <a:t>SA</a:t>
          </a:r>
        </a:p>
      </dsp:txBody>
      <dsp:txXfrm>
        <a:off x="4855256" y="3694229"/>
        <a:ext cx="1231409" cy="12314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" descr="                              Dell - Internal Use - Confidential&#10;"/>
          <p:cNvSpPr txBox="1"/>
          <p:nvPr/>
        </p:nvSpPr>
        <p:spPr>
          <a:xfrm>
            <a:off x="780683" y="8990041"/>
            <a:ext cx="1077218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defTabSz="923087" fontAlgn="base">
              <a:lnSpc>
                <a:spcPct val="90000"/>
              </a:lnSpc>
              <a:spcBef>
                <a:spcPts val="101"/>
              </a:spcBef>
              <a:spcAft>
                <a:spcPts val="101"/>
              </a:spcAft>
              <a:defRPr/>
            </a:pPr>
            <a:r>
              <a:rPr lang="en-US" sz="600" dirty="0">
                <a:solidFill>
                  <a:schemeClr val="bg2"/>
                </a:solidFill>
                <a:latin typeface="Arial" panose="020B0604020202020204" pitchFamily="34" charset="0"/>
              </a:rPr>
              <a:t>© Dell Inc. All Rights Reserved.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119" y="8989695"/>
            <a:ext cx="95629" cy="8379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dirty="0" err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136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173038"/>
            <a:ext cx="5940425" cy="3341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2280" y="3803332"/>
            <a:ext cx="6009640" cy="497871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fl" descr="                              Dell - Internal Use - Confidential&#10;"/>
          <p:cNvSpPr txBox="1"/>
          <p:nvPr/>
        </p:nvSpPr>
        <p:spPr>
          <a:xfrm>
            <a:off x="780683" y="8990041"/>
            <a:ext cx="1077218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defTabSz="923087" fontAlgn="base">
              <a:lnSpc>
                <a:spcPct val="90000"/>
              </a:lnSpc>
              <a:spcBef>
                <a:spcPts val="101"/>
              </a:spcBef>
              <a:spcAft>
                <a:spcPts val="101"/>
              </a:spcAft>
              <a:defRPr/>
            </a:pPr>
            <a:r>
              <a:rPr lang="en-US" sz="600" dirty="0">
                <a:solidFill>
                  <a:schemeClr val="bg2"/>
                </a:solidFill>
                <a:latin typeface="Arial" panose="020B0604020202020204" pitchFamily="34" charset="0"/>
              </a:rPr>
              <a:t>© Dell Inc.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119" y="8989695"/>
            <a:ext cx="95629" cy="8379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dirty="0" err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31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spcBef>
        <a:spcPts val="0"/>
      </a:spcBef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1pPr>
    <a:lvl2pPr marL="685783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•"/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2pPr>
    <a:lvl3pPr marL="1142971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–"/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3pPr>
    <a:lvl4pPr marL="1600160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▪"/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4pPr>
    <a:lvl5pPr marL="2057349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C09B3-068D-4DA9-AF64-98D629E01D5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865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in Sc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urple gradient&#10;&#10;Description automatically generated">
            <a:extLst>
              <a:ext uri="{FF2B5EF4-FFF2-40B4-BE49-F238E27FC236}">
                <a16:creationId xmlns:a16="http://schemas.microsoft.com/office/drawing/2014/main" id="{E354FF9E-CDCD-6046-419B-DC622F15E7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9B1F873-E722-6CFD-EDB3-F2AEB3C3A1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5584"/>
          <a:stretch/>
        </p:blipFill>
        <p:spPr>
          <a:xfrm>
            <a:off x="485150" y="116632"/>
            <a:ext cx="1961876" cy="2328156"/>
          </a:xfrm>
          <a:prstGeom prst="rect">
            <a:avLst/>
          </a:prstGeom>
        </p:spPr>
      </p:pic>
      <p:pic>
        <p:nvPicPr>
          <p:cNvPr id="16" name="Picture 15" descr="A cartoon of a person hat&#10;&#10;Description automatically generated">
            <a:extLst>
              <a:ext uri="{FF2B5EF4-FFF2-40B4-BE49-F238E27FC236}">
                <a16:creationId xmlns:a16="http://schemas.microsoft.com/office/drawing/2014/main" id="{4511E1D9-8AAD-0D12-34DF-6BEED953FDC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99433" y="-237337"/>
            <a:ext cx="7332671" cy="73326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2A3D0C-C6EA-9CED-0F5A-5EDF0A798B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8523" t="68635" r="17243" b="5331"/>
          <a:stretch/>
        </p:blipFill>
        <p:spPr>
          <a:xfrm>
            <a:off x="485150" y="2204864"/>
            <a:ext cx="3810650" cy="154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32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urple gradient&#10;&#10;Description automatically generated">
            <a:extLst>
              <a:ext uri="{FF2B5EF4-FFF2-40B4-BE49-F238E27FC236}">
                <a16:creationId xmlns:a16="http://schemas.microsoft.com/office/drawing/2014/main" id="{E354FF9E-CDCD-6046-419B-DC622F15E7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1000" y="1738312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spc="3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E4228A-8841-E08A-662B-FB880B93BE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209175" y="6021288"/>
            <a:ext cx="688274" cy="689488"/>
          </a:xfrm>
          <a:prstGeom prst="rect">
            <a:avLst/>
          </a:prstGeom>
        </p:spPr>
      </p:pic>
      <p:pic>
        <p:nvPicPr>
          <p:cNvPr id="6" name="Picture 5" descr="A black and white drawing of an octopus&#10;&#10;Description automatically generated">
            <a:extLst>
              <a:ext uri="{FF2B5EF4-FFF2-40B4-BE49-F238E27FC236}">
                <a16:creationId xmlns:a16="http://schemas.microsoft.com/office/drawing/2014/main" id="{2BD4239C-A209-A180-5021-FE63259790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240704" y="-73694"/>
            <a:ext cx="1872208" cy="1872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black and white drawing of an octopus&#10;&#10;Description automatically generated">
            <a:extLst>
              <a:ext uri="{FF2B5EF4-FFF2-40B4-BE49-F238E27FC236}">
                <a16:creationId xmlns:a16="http://schemas.microsoft.com/office/drawing/2014/main" id="{45435DC3-D9EA-6167-70D8-0ED344ADA5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785378" y="4738836"/>
            <a:ext cx="2564904" cy="25649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black and white drawing of an octopus&#10;&#10;Description automatically generated">
            <a:extLst>
              <a:ext uri="{FF2B5EF4-FFF2-40B4-BE49-F238E27FC236}">
                <a16:creationId xmlns:a16="http://schemas.microsoft.com/office/drawing/2014/main" id="{D92A98A9-5637-8309-DBFD-FDA31582178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227840" y="1738312"/>
            <a:ext cx="2204864" cy="22048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7750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54FF9E-CDCD-6046-419B-DC622F15E7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1000" y="2486209"/>
            <a:ext cx="7969282" cy="747897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spc="3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GB" dirty="0"/>
              <a:t>CHAPTER DIVIDER #1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ABB0F1-0F3F-D5C6-5E9E-F309CBE1E9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209175" y="6021288"/>
            <a:ext cx="688274" cy="6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24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54FF9E-CDCD-6046-419B-DC622F15E7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1000" y="2486209"/>
            <a:ext cx="7969282" cy="747897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spc="3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GB" dirty="0"/>
              <a:t>CHAPTER DIVIDER #2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1FD13E-A7D1-410E-482B-79D9E3BD5E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209175" y="6021288"/>
            <a:ext cx="688274" cy="6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43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purple gradient&#10;&#10;Description automatically generated">
            <a:extLst>
              <a:ext uri="{FF2B5EF4-FFF2-40B4-BE49-F238E27FC236}">
                <a16:creationId xmlns:a16="http://schemas.microsoft.com/office/drawing/2014/main" id="{84E9C426-2131-9565-8315-9D2FB38B11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74806"/>
          <a:stretch/>
        </p:blipFill>
        <p:spPr>
          <a:xfrm>
            <a:off x="0" y="0"/>
            <a:ext cx="30716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801183"/>
            <a:ext cx="2286000" cy="1661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buFont typeface="Arial" panose="020B0604020202020204" pitchFamily="34" charset="0"/>
              <a:buChar char="•"/>
              <a:defRPr sz="24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–"/>
              <a:defRPr sz="18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▪"/>
              <a:defRPr sz="14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50668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A6CB0C-6387-325C-6BB1-0E1D2F94A3E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91344" y="6021288"/>
            <a:ext cx="688274" cy="6894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5FC9B9-0006-0697-DE8A-112B12C865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209175" y="6021288"/>
            <a:ext cx="688274" cy="6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23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purple gradient&#10;&#10;Description automatically generated">
            <a:extLst>
              <a:ext uri="{FF2B5EF4-FFF2-40B4-BE49-F238E27FC236}">
                <a16:creationId xmlns:a16="http://schemas.microsoft.com/office/drawing/2014/main" id="{00909DFB-7B8E-EEB8-0CE8-0C9A6E22C0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74806"/>
          <a:stretch/>
        </p:blipFill>
        <p:spPr>
          <a:xfrm>
            <a:off x="0" y="0"/>
            <a:ext cx="30716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801183"/>
            <a:ext cx="2286000" cy="1661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6000" cy="350668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B23906-4418-8E88-2161-6478EED5E0E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91344" y="6021288"/>
            <a:ext cx="688274" cy="6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9712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purple gradient&#10;&#10;Description automatically generated">
            <a:extLst>
              <a:ext uri="{FF2B5EF4-FFF2-40B4-BE49-F238E27FC236}">
                <a16:creationId xmlns:a16="http://schemas.microsoft.com/office/drawing/2014/main" id="{AF9F6816-FB8E-E9CC-059E-F09079245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0000"/>
          <a:stretch/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2483" y="800100"/>
            <a:ext cx="6001549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spc="3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gradFill flip="none" rotWithShape="1">
            <a:gsLst>
              <a:gs pos="0">
                <a:srgbClr val="BC73EA">
                  <a:tint val="66000"/>
                  <a:satMod val="160000"/>
                </a:srgbClr>
              </a:gs>
              <a:gs pos="50000">
                <a:srgbClr val="BC73EA">
                  <a:tint val="44500"/>
                  <a:satMod val="160000"/>
                </a:srgbClr>
              </a:gs>
              <a:gs pos="100000">
                <a:srgbClr val="BC73EA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txBody>
          <a:bodyPr tIns="91440" bIns="91440" anchor="ctr" anchorCtr="0"/>
          <a:lstStyle>
            <a:lvl1pPr marL="0" indent="0" algn="ctr">
              <a:buNone/>
              <a:defRPr sz="18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gradFill flip="none" rotWithShape="1">
            <a:gsLst>
              <a:gs pos="0">
                <a:srgbClr val="BC73EA">
                  <a:tint val="66000"/>
                  <a:satMod val="160000"/>
                </a:srgbClr>
              </a:gs>
              <a:gs pos="50000">
                <a:srgbClr val="BC73EA">
                  <a:tint val="44500"/>
                  <a:satMod val="160000"/>
                </a:srgbClr>
              </a:gs>
              <a:gs pos="100000">
                <a:srgbClr val="BC73EA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txBody>
          <a:bodyPr tIns="91440" bIns="91440" anchor="ctr" anchorCtr="0"/>
          <a:lstStyle>
            <a:lvl1pPr marL="0" indent="0" algn="ctr">
              <a:buNone/>
              <a:defRPr sz="18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gradFill flip="none" rotWithShape="1">
            <a:gsLst>
              <a:gs pos="0">
                <a:srgbClr val="BC73EA">
                  <a:tint val="66000"/>
                  <a:satMod val="160000"/>
                </a:srgbClr>
              </a:gs>
              <a:gs pos="50000">
                <a:srgbClr val="BC73EA">
                  <a:tint val="44500"/>
                  <a:satMod val="160000"/>
                </a:srgbClr>
              </a:gs>
              <a:gs pos="100000">
                <a:srgbClr val="BC73EA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txBody>
          <a:bodyPr tIns="91440" bIns="91440" anchor="ctr" anchorCtr="0"/>
          <a:lstStyle>
            <a:lvl1pPr marL="0" indent="0" algn="ctr">
              <a:buNone/>
              <a:defRPr sz="18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6A9858-4C29-E844-2595-18A9D91A8A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949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958A55-0E3D-1E80-D8ED-733EC7E7A9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0000"/>
          <a:stretch/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06C64C1-F9F8-7BA1-3F5F-CF3B96108E7B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R" sz="1200" dirty="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 spc="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569" y="3861048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spc="300" dirty="0">
                <a:solidFill>
                  <a:schemeClr val="bg2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 spc="300">
                <a:solidFill>
                  <a:srgbClr val="6A22AD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buFont typeface="Arial" panose="020B0604020202020204" pitchFamily="34" charset="0"/>
              <a:buChar char="•"/>
              <a:defRPr sz="1600" b="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rgbClr val="6821A9"/>
              </a:buClr>
              <a:buFont typeface="Arial" panose="020B0604020202020204" pitchFamily="34" charset="0"/>
              <a:buChar char="–"/>
              <a:defRPr sz="1200" b="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305772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 spc="300">
                <a:solidFill>
                  <a:srgbClr val="6A22AD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55D676-54BA-A2AC-F3DE-1F44922253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1344" y="6021895"/>
            <a:ext cx="688274" cy="6882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80D1F0-308D-A591-CEDC-7283FE9F79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2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spc="300">
                <a:solidFill>
                  <a:srgbClr val="6A22AD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350DD-6772-71DD-7AAB-27406D117F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2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spc="300">
                <a:solidFill>
                  <a:srgbClr val="6A22AD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7250"/>
            <a:ext cx="11430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4C751-37EA-12B7-9E0D-3BD96485BD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97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spc="300">
                <a:solidFill>
                  <a:srgbClr val="6A22AD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buFont typeface="Arial" panose="020B0604020202020204" pitchFamily="34" charset="0"/>
              <a:buChar char="•"/>
              <a:defRPr sz="24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–"/>
              <a:defRPr sz="18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▪"/>
              <a:defRPr sz="14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536838-38A0-3457-CD78-D0746D2E1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27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spc="300">
                <a:solidFill>
                  <a:srgbClr val="6A22AD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6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buFont typeface="Arial" panose="020B0604020202020204" pitchFamily="34" charset="0"/>
              <a:buChar char="•"/>
              <a:defRPr sz="24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–"/>
              <a:defRPr sz="18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▪"/>
              <a:defRPr sz="1400" spc="30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5C565-7357-49F8-EFF8-207985214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943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spc="300" dirty="0">
                <a:solidFill>
                  <a:srgbClr val="6A22AD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defRPr sz="24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–"/>
              <a:defRPr sz="18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Wingdings" panose="05000000000000000000" pitchFamily="2" charset="2"/>
              <a:buChar char="§"/>
              <a:defRPr sz="14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defRPr sz="24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–"/>
              <a:defRPr sz="18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Wingdings" panose="05000000000000000000" pitchFamily="2" charset="2"/>
              <a:buChar char="§"/>
              <a:defRPr sz="14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E3F63A-6705-BCCF-E163-273FC69AD5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673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spc="300" dirty="0">
                <a:solidFill>
                  <a:srgbClr val="6A22AD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0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spc="300" baseline="0">
                <a:solidFill>
                  <a:srgbClr val="6A22AD"/>
                </a:solidFill>
              </a:defRPr>
            </a:lvl1pPr>
            <a:lvl2pPr marL="230712" indent="-230712"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defRPr sz="18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783" indent="-230712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–"/>
              <a:defRPr sz="14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140855" indent="-224361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Wingdings" panose="05000000000000000000" pitchFamily="2" charset="2"/>
              <a:buChar char="§"/>
              <a:defRPr sz="12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0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spc="300" baseline="0">
                <a:solidFill>
                  <a:srgbClr val="6A22AD"/>
                </a:solidFill>
              </a:defRPr>
            </a:lvl1pPr>
            <a:lvl2pPr marL="230712" indent="-230712"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defRPr sz="18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783" indent="-230712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–"/>
              <a:defRPr sz="14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140855" indent="-224361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Wingdings" panose="05000000000000000000" pitchFamily="2" charset="2"/>
              <a:buChar char="§"/>
              <a:defRPr sz="12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288293-A965-1278-768B-17B43FCF7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03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spc="300" dirty="0">
                <a:solidFill>
                  <a:srgbClr val="6A22AD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6A22AD"/>
              </a:buClr>
              <a:buNone/>
              <a:defRPr sz="1800" b="1" spc="300">
                <a:solidFill>
                  <a:srgbClr val="6A22AD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buFont typeface="Arial" panose="020B0604020202020204" pitchFamily="34" charset="0"/>
              <a:buChar char="•"/>
              <a:defRPr sz="16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–"/>
              <a:defRPr sz="12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6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6A22AD"/>
              </a:buClr>
              <a:buNone/>
              <a:defRPr sz="1800" b="1" spc="300">
                <a:solidFill>
                  <a:srgbClr val="6A22AD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buFont typeface="Arial" panose="020B0604020202020204" pitchFamily="34" charset="0"/>
              <a:buChar char="•"/>
              <a:defRPr sz="16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–"/>
              <a:defRPr sz="12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6A22AD"/>
              </a:buClr>
              <a:buNone/>
              <a:defRPr sz="1800" b="1" spc="300">
                <a:solidFill>
                  <a:srgbClr val="6A22AD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rgbClr val="6A22AD"/>
              </a:buClr>
              <a:buFont typeface="Arial" panose="020B0604020202020204" pitchFamily="34" charset="0"/>
              <a:buChar char="•"/>
              <a:defRPr sz="16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rgbClr val="6A22AD"/>
              </a:buClr>
              <a:buFont typeface="Arial" panose="020B0604020202020204" pitchFamily="34" charset="0"/>
              <a:buChar char="–"/>
              <a:defRPr sz="1200" spc="300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4D9BAD-04F9-C956-7F20-F1E34F5B5E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18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046A14-380C-9174-545B-E382C998BA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12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urple fish and starfish&#10;&#10;Description automatically generated">
            <a:extLst>
              <a:ext uri="{FF2B5EF4-FFF2-40B4-BE49-F238E27FC236}">
                <a16:creationId xmlns:a16="http://schemas.microsoft.com/office/drawing/2014/main" id="{5EACB20D-B093-8777-5A63-7C365998DD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01800"/>
            <a:ext cx="12192000" cy="515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8CE87D-F434-BE6A-89FD-17BE27A051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1344" y="6021288"/>
            <a:ext cx="688274" cy="6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39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142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7520-04A3-7667-EEFA-1E84143D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B039D-6E50-08E3-F71A-8F063C19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B1D1E-41FF-2213-1C19-49084B14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9D952-0D62-5E6B-15A0-0731799D4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A3583D-EDF4-4F09-79C7-59D4D78D0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93888"/>
            <a:ext cx="10515600" cy="4219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042327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91344" y="6021288"/>
            <a:ext cx="689488" cy="6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1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64" r:id="rId2"/>
    <p:sldLayoutId id="2147483762" r:id="rId3"/>
    <p:sldLayoutId id="2147483763" r:id="rId4"/>
    <p:sldLayoutId id="2147483735" r:id="rId5"/>
    <p:sldLayoutId id="2147483757" r:id="rId6"/>
    <p:sldLayoutId id="2147483739" r:id="rId7"/>
    <p:sldLayoutId id="2147483761" r:id="rId8"/>
    <p:sldLayoutId id="2147483662" r:id="rId9"/>
    <p:sldLayoutId id="2147483673" r:id="rId10"/>
    <p:sldLayoutId id="2147483672" r:id="rId11"/>
    <p:sldLayoutId id="2147483713" r:id="rId12"/>
    <p:sldLayoutId id="2147483724" r:id="rId13"/>
    <p:sldLayoutId id="2147483725" r:id="rId14"/>
    <p:sldLayoutId id="2147483726" r:id="rId15"/>
    <p:sldLayoutId id="2147483765" r:id="rId16"/>
    <p:sldLayoutId id="2147483667" r:id="rId17"/>
    <p:sldLayoutId id="2147483766" r:id="rId18"/>
    <p:sldLayoutId id="2147483771" r:id="rId1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4.xml"/><Relationship Id="rId7" Type="http://schemas.openxmlformats.org/officeDocument/2006/relationships/image" Target="../media/image1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923837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031890-0264-7D55-FEA4-4C575B41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04511"/>
            <a:ext cx="7969282" cy="1329595"/>
          </a:xfrm>
        </p:spPr>
        <p:txBody>
          <a:bodyPr/>
          <a:lstStyle/>
          <a:p>
            <a:r>
              <a:rPr lang="en-GB" sz="3200" dirty="0"/>
              <a:t>Mastering D365 Implementations with Azure synergy - Empowering the Future of Solution Architects v3.0</a:t>
            </a:r>
            <a:endParaRPr lang="en-HR" sz="32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229C5B2-5DEF-E163-EBF3-DD720F6EA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3122712" cy="952266"/>
          </a:xfrm>
        </p:spPr>
        <p:txBody>
          <a:bodyPr/>
          <a:lstStyle/>
          <a:p>
            <a:r>
              <a:rPr lang="en-HR" dirty="0"/>
              <a:t>NEILL RIORDAN</a:t>
            </a:r>
          </a:p>
          <a:p>
            <a:r>
              <a:rPr lang="it-IT" dirty="0"/>
              <a:t>COE lead D365 F&amp;O</a:t>
            </a:r>
          </a:p>
          <a:p>
            <a:r>
              <a:rPr lang="it-IT" dirty="0"/>
              <a:t>KPMG UK</a:t>
            </a:r>
          </a:p>
        </p:txBody>
      </p:sp>
      <p:sp>
        <p:nvSpPr>
          <p:cNvPr id="4" name="Subtitle 1">
            <a:extLst>
              <a:ext uri="{FF2B5EF4-FFF2-40B4-BE49-F238E27FC236}">
                <a16:creationId xmlns:a16="http://schemas.microsoft.com/office/drawing/2014/main" id="{771476A5-8812-82B3-BE12-EC8EE02AE72D}"/>
              </a:ext>
            </a:extLst>
          </p:cNvPr>
          <p:cNvSpPr txBox="1">
            <a:spLocks/>
          </p:cNvSpPr>
          <p:nvPr/>
        </p:nvSpPr>
        <p:spPr>
          <a:xfrm>
            <a:off x="4079776" y="4181171"/>
            <a:ext cx="3122712" cy="9522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JOSE AZEVEDO</a:t>
            </a:r>
            <a:endParaRPr lang="en-HR" dirty="0"/>
          </a:p>
          <a:p>
            <a:r>
              <a:rPr lang="it-IT" dirty="0"/>
              <a:t>COE lead D365 BC</a:t>
            </a:r>
          </a:p>
          <a:p>
            <a:r>
              <a:rPr lang="it-IT" dirty="0"/>
              <a:t>KPMG UK</a:t>
            </a:r>
          </a:p>
        </p:txBody>
      </p:sp>
    </p:spTree>
    <p:extLst>
      <p:ext uri="{BB962C8B-B14F-4D97-AF65-F5344CB8AC3E}">
        <p14:creationId xmlns:p14="http://schemas.microsoft.com/office/powerpoint/2010/main" val="3993651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F523-59EA-925C-8F71-C7BC0F49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01183"/>
            <a:ext cx="2286000" cy="415498"/>
          </a:xfrm>
        </p:spPr>
        <p:txBody>
          <a:bodyPr/>
          <a:lstStyle/>
          <a:p>
            <a:r>
              <a:rPr lang="en-GB" dirty="0"/>
              <a:t>Agenda</a:t>
            </a:r>
            <a:endParaRPr lang="en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9B7B-B7B0-3D9E-8140-08A3DA033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Pop-Up Quiz</a:t>
            </a:r>
          </a:p>
          <a:p>
            <a:r>
              <a:rPr lang="en-GB" dirty="0"/>
              <a:t>Solution Architecture – The Role &amp; the challenge</a:t>
            </a:r>
          </a:p>
          <a:p>
            <a:r>
              <a:rPr lang="en-GB" dirty="0"/>
              <a:t>Holistic View</a:t>
            </a:r>
          </a:p>
          <a:p>
            <a:r>
              <a:rPr lang="en-GB" dirty="0"/>
              <a:t>Key Take Aways</a:t>
            </a:r>
          </a:p>
          <a:p>
            <a:r>
              <a:rPr lang="en-GB" dirty="0"/>
              <a:t>Q &amp; A</a:t>
            </a:r>
            <a:endParaRPr lang="en-S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6729A2-12F0-2E83-5773-56465822B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15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91BFF3-690D-3EAA-AB8A-B9CCE57A5B10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201670" y="508000"/>
            <a:ext cx="1219200" cy="510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8536A-63BE-5AD6-12AB-88393B514840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8000" y="2209800"/>
            <a:ext cx="2438400" cy="2438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31AA0D-A7A4-9385-D587-16F07A05C33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200400" y="2571750"/>
            <a:ext cx="8483600" cy="171450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 err="1">
                <a:solidFill>
                  <a:srgbClr val="5B5B5B"/>
                </a:solidFill>
              </a:rPr>
              <a:t>DynamicsMinds</a:t>
            </a:r>
            <a:r>
              <a:rPr lang="en-GB" sz="3600" b="1" dirty="0">
                <a:solidFill>
                  <a:srgbClr val="5B5B5B"/>
                </a:solidFill>
              </a:rPr>
              <a:t> - Slovenia - May 2024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D903A-8ED1-B7B6-88BF-A116C2AED0F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200400" y="6096000"/>
            <a:ext cx="8737600" cy="5101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bg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300" b="1">
                <a:solidFill>
                  <a:srgbClr val="5B5B5B"/>
                </a:solidFill>
              </a:rPr>
              <a:t>ⓘ</a:t>
            </a:r>
            <a:r>
              <a:rPr lang="en-GB" sz="1400">
                <a:solidFill>
                  <a:srgbClr val="5B5B5B"/>
                </a:solidFill>
              </a:rPr>
              <a:t> Start presenting to display the poll results on this slide.</a:t>
            </a:r>
            <a:endParaRPr lang="en-GB" sz="1400" dirty="0">
              <a:solidFill>
                <a:srgbClr val="5B5B5B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8957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E07926-962F-4380-89B1-970597D2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Architecture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46512-5E94-4CC0-8BEE-1F0DB42069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78279025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39DA2E-4FC2-4F81-926C-3E46DA24B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483" y="800100"/>
            <a:ext cx="6001549" cy="886397"/>
          </a:xfrm>
        </p:spPr>
        <p:txBody>
          <a:bodyPr wrap="square">
            <a:normAutofit/>
          </a:bodyPr>
          <a:lstStyle/>
          <a:p>
            <a:r>
              <a:rPr lang="en-US" spc="300" dirty="0"/>
              <a:t>Solution Architecture</a:t>
            </a:r>
            <a:br>
              <a:rPr lang="en-US" spc="300" dirty="0"/>
            </a:br>
            <a:r>
              <a:rPr lang="en-US" spc="300" dirty="0"/>
              <a:t>Definition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D9FE067-023D-4F5B-BF16-5E2B35764DC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2450" y="2228850"/>
            <a:ext cx="3314700" cy="33147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i="1" dirty="0"/>
              <a:t>“The solution owner of all Microsoft products in the project”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dirty="0"/>
              <a:t>MS Fast Track </a:t>
            </a:r>
            <a:endParaRPr lang="en-SI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E2DD45CA-DE9E-D9A3-6D96-C9A2E2C2D1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24850" y="2228850"/>
            <a:ext cx="3314700" cy="3314700"/>
          </a:xfrm>
        </p:spPr>
        <p:txBody>
          <a:bodyPr/>
          <a:lstStyle/>
          <a:p>
            <a:r>
              <a:rPr lang="en-GB" dirty="0"/>
              <a:t>“refers to the process of designing and defining the structure of a system that solves specific business problems”</a:t>
            </a:r>
          </a:p>
          <a:p>
            <a:endParaRPr lang="en-GB" dirty="0"/>
          </a:p>
          <a:p>
            <a:r>
              <a:rPr lang="en-GB" dirty="0"/>
              <a:t>OpenAI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AC2AB-D897-7888-BC28-11133FFD389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“a description of a discrete and focused business operation or activity and how IS/IT supports that operation”</a:t>
            </a:r>
          </a:p>
          <a:p>
            <a:endParaRPr lang="en-GB" dirty="0"/>
          </a:p>
          <a:p>
            <a:r>
              <a:rPr lang="en-GB" dirty="0"/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1663892182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EED-EB99-5CA1-6CD7-24292EF9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78" y="438012"/>
            <a:ext cx="10515600" cy="1325563"/>
          </a:xfrm>
        </p:spPr>
        <p:txBody>
          <a:bodyPr/>
          <a:lstStyle/>
          <a:p>
            <a:r>
              <a:rPr lang="en-GB" dirty="0"/>
              <a:t>Solution Architecture – The Role &amp; the challenge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64FCAC0-FF81-4201-9168-7472FD3D0D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075813"/>
              </p:ext>
            </p:extLst>
          </p:nvPr>
        </p:nvGraphicFramePr>
        <p:xfrm>
          <a:off x="1571526" y="893715"/>
          <a:ext cx="8479103" cy="4925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128ED522-0EA0-449A-8B18-CFFAEACBF838}"/>
              </a:ext>
            </a:extLst>
          </p:cNvPr>
          <p:cNvSpPr/>
          <p:nvPr/>
        </p:nvSpPr>
        <p:spPr>
          <a:xfrm>
            <a:off x="3287688" y="5868536"/>
            <a:ext cx="5018469" cy="800823"/>
          </a:xfrm>
          <a:prstGeom prst="leftRightArrow">
            <a:avLst/>
          </a:prstGeom>
          <a:solidFill>
            <a:srgbClr val="612C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Approach and Mindset</a:t>
            </a: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382967CD-745B-48D1-AFC2-BA016782A6A6}"/>
              </a:ext>
            </a:extLst>
          </p:cNvPr>
          <p:cNvSpPr/>
          <p:nvPr/>
        </p:nvSpPr>
        <p:spPr>
          <a:xfrm rot="17808606">
            <a:off x="1652489" y="2678918"/>
            <a:ext cx="4706406" cy="1005519"/>
          </a:xfrm>
          <a:prstGeom prst="leftRightArrow">
            <a:avLst/>
          </a:prstGeom>
          <a:solidFill>
            <a:srgbClr val="612C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Time and Quality </a:t>
            </a: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86267AFD-96C1-4FB3-9F83-4456E96FD7EC}"/>
              </a:ext>
            </a:extLst>
          </p:cNvPr>
          <p:cNvSpPr/>
          <p:nvPr/>
        </p:nvSpPr>
        <p:spPr>
          <a:xfrm rot="3793443">
            <a:off x="5092699" y="2872390"/>
            <a:ext cx="5086281" cy="882972"/>
          </a:xfrm>
          <a:prstGeom prst="leftRightArrow">
            <a:avLst/>
          </a:prstGeom>
          <a:solidFill>
            <a:srgbClr val="612C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Scope and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04FAD2-4251-F17E-10CE-F6A916A6E7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3142" y="1234906"/>
            <a:ext cx="2023429" cy="198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7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E07926-962F-4380-89B1-970597D2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Holistic View</a:t>
            </a:r>
          </a:p>
        </p:txBody>
      </p:sp>
    </p:spTree>
    <p:extLst>
      <p:ext uri="{BB962C8B-B14F-4D97-AF65-F5344CB8AC3E}">
        <p14:creationId xmlns:p14="http://schemas.microsoft.com/office/powerpoint/2010/main" val="2119749405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F523-59EA-925C-8F71-C7BC0F49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01183"/>
            <a:ext cx="2286000" cy="415498"/>
          </a:xfrm>
        </p:spPr>
        <p:txBody>
          <a:bodyPr/>
          <a:lstStyle/>
          <a:p>
            <a:r>
              <a:rPr lang="en-GB" dirty="0"/>
              <a:t>Holistic View</a:t>
            </a:r>
            <a:endParaRPr lang="en-HR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230C2A6-1B01-346A-862A-A153A472A32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415498"/>
          </a:xfrm>
        </p:spPr>
        <p:txBody>
          <a:bodyPr/>
          <a:lstStyle/>
          <a:p>
            <a:r>
              <a:rPr lang="en-GB" dirty="0"/>
              <a:t>The Wheel</a:t>
            </a:r>
            <a:endParaRPr lang="en-H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248BD5-EBF3-176B-BF8B-1762153A9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20" y="1675655"/>
            <a:ext cx="3506689" cy="3506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F2F1E8-2AF7-E876-BC61-7C1700E01C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59BDC5-F2C2-81CF-FF66-98DCB0DC6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184" y="1675655"/>
            <a:ext cx="3506689" cy="3506689"/>
          </a:xfrm>
          <a:prstGeom prst="rect">
            <a:avLst/>
          </a:prstGeom>
        </p:spPr>
      </p:pic>
      <p:sp>
        <p:nvSpPr>
          <p:cNvPr id="11" name="Subtitle 3">
            <a:extLst>
              <a:ext uri="{FF2B5EF4-FFF2-40B4-BE49-F238E27FC236}">
                <a16:creationId xmlns:a16="http://schemas.microsoft.com/office/drawing/2014/main" id="{AB1BB6AD-452D-5E24-9BF1-E88F43A3D282}"/>
              </a:ext>
            </a:extLst>
          </p:cNvPr>
          <p:cNvSpPr txBox="1">
            <a:spLocks/>
          </p:cNvSpPr>
          <p:nvPr/>
        </p:nvSpPr>
        <p:spPr>
          <a:xfrm>
            <a:off x="4655840" y="5515980"/>
            <a:ext cx="1810579" cy="41549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 spc="3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612CB0"/>
                </a:solidFill>
              </a:rPr>
              <a:t>Recent Years</a:t>
            </a:r>
            <a:endParaRPr lang="en-HR" dirty="0">
              <a:solidFill>
                <a:srgbClr val="612CB0"/>
              </a:solidFill>
            </a:endParaRPr>
          </a:p>
        </p:txBody>
      </p:sp>
      <p:sp>
        <p:nvSpPr>
          <p:cNvPr id="12" name="Subtitle 3">
            <a:extLst>
              <a:ext uri="{FF2B5EF4-FFF2-40B4-BE49-F238E27FC236}">
                <a16:creationId xmlns:a16="http://schemas.microsoft.com/office/drawing/2014/main" id="{47A5020B-EF5B-8BF6-4338-96C855BFA132}"/>
              </a:ext>
            </a:extLst>
          </p:cNvPr>
          <p:cNvSpPr txBox="1">
            <a:spLocks/>
          </p:cNvSpPr>
          <p:nvPr/>
        </p:nvSpPr>
        <p:spPr>
          <a:xfrm>
            <a:off x="8209384" y="5515980"/>
            <a:ext cx="2592288" cy="41549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 spc="3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612CB0"/>
                </a:solidFill>
              </a:rPr>
              <a:t>Ready for the future</a:t>
            </a:r>
            <a:endParaRPr lang="en-HR" dirty="0">
              <a:solidFill>
                <a:srgbClr val="612C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290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D4BDA77-90B2-4328-8BE5-3A0D028189AE}"/>
              </a:ext>
            </a:extLst>
          </p:cNvPr>
          <p:cNvGrpSpPr/>
          <p:nvPr/>
        </p:nvGrpSpPr>
        <p:grpSpPr>
          <a:xfrm>
            <a:off x="6535535" y="2423372"/>
            <a:ext cx="3072199" cy="1146839"/>
            <a:chOff x="6535535" y="2423372"/>
            <a:chExt cx="3072199" cy="1146839"/>
          </a:xfrm>
        </p:grpSpPr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5CA3F26C-1BCE-4E45-BD45-984627A55271}"/>
                </a:ext>
              </a:extLst>
            </p:cNvPr>
            <p:cNvSpPr/>
            <p:nvPr/>
          </p:nvSpPr>
          <p:spPr>
            <a:xfrm>
              <a:off x="6535535" y="2423372"/>
              <a:ext cx="496340" cy="797871"/>
            </a:xfrm>
            <a:custGeom>
              <a:avLst/>
              <a:gdLst>
                <a:gd name="connsiteX0" fmla="*/ 388038 w 1066283"/>
                <a:gd name="connsiteY0" fmla="*/ 0 h 1682396"/>
                <a:gd name="connsiteX1" fmla="*/ 424493 w 1066283"/>
                <a:gd name="connsiteY1" fmla="*/ 40110 h 1682396"/>
                <a:gd name="connsiteX2" fmla="*/ 1060128 w 1066283"/>
                <a:gd name="connsiteY2" fmla="*/ 1560498 h 1682396"/>
                <a:gd name="connsiteX3" fmla="*/ 1066283 w 1066283"/>
                <a:gd name="connsiteY3" fmla="*/ 1682396 h 1682396"/>
                <a:gd name="connsiteX4" fmla="*/ 522926 w 1066283"/>
                <a:gd name="connsiteY4" fmla="*/ 1682396 h 1682396"/>
                <a:gd name="connsiteX5" fmla="*/ 519289 w 1066283"/>
                <a:gd name="connsiteY5" fmla="*/ 1610377 h 1682396"/>
                <a:gd name="connsiteX6" fmla="*/ 4989 w 1066283"/>
                <a:gd name="connsiteY6" fmla="*/ 380214 h 1682396"/>
                <a:gd name="connsiteX7" fmla="*/ 0 w 1066283"/>
                <a:gd name="connsiteY7" fmla="*/ 374724 h 1682396"/>
                <a:gd name="connsiteX8" fmla="*/ 388038 w 1066283"/>
                <a:gd name="connsiteY8" fmla="*/ 0 h 168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83" h="1682396">
                  <a:moveTo>
                    <a:pt x="388038" y="0"/>
                  </a:moveTo>
                  <a:lnTo>
                    <a:pt x="424493" y="40110"/>
                  </a:lnTo>
                  <a:cubicBezTo>
                    <a:pt x="772733" y="462079"/>
                    <a:pt x="1001790" y="986054"/>
                    <a:pt x="1060128" y="1560498"/>
                  </a:cubicBezTo>
                  <a:lnTo>
                    <a:pt x="1066283" y="1682396"/>
                  </a:lnTo>
                  <a:lnTo>
                    <a:pt x="522926" y="1682396"/>
                  </a:lnTo>
                  <a:lnTo>
                    <a:pt x="519289" y="1610377"/>
                  </a:lnTo>
                  <a:cubicBezTo>
                    <a:pt x="472087" y="1145589"/>
                    <a:pt x="286755" y="721635"/>
                    <a:pt x="4989" y="380214"/>
                  </a:cubicBezTo>
                  <a:lnTo>
                    <a:pt x="0" y="374724"/>
                  </a:lnTo>
                  <a:lnTo>
                    <a:pt x="388038" y="0"/>
                  </a:lnTo>
                  <a:close/>
                </a:path>
              </a:pathLst>
            </a:custGeom>
            <a:solidFill>
              <a:srgbClr val="470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C2002D47-9EAA-47A0-802F-5BF93FD0811C}"/>
                </a:ext>
              </a:extLst>
            </p:cNvPr>
            <p:cNvSpPr/>
            <p:nvPr/>
          </p:nvSpPr>
          <p:spPr>
            <a:xfrm>
              <a:off x="6783130" y="3209930"/>
              <a:ext cx="824678" cy="21281"/>
            </a:xfrm>
            <a:custGeom>
              <a:avLst/>
              <a:gdLst>
                <a:gd name="connsiteX0" fmla="*/ 0 w 2019300"/>
                <a:gd name="connsiteY0" fmla="*/ 0 h 0"/>
                <a:gd name="connsiteX1" fmla="*/ 2019300 w 20193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9300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>
              <a:solidFill>
                <a:srgbClr val="470A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E1B5A01-BE34-4353-91B0-6707C7CE3D4D}"/>
                </a:ext>
              </a:extLst>
            </p:cNvPr>
            <p:cNvSpPr txBox="1"/>
            <p:nvPr/>
          </p:nvSpPr>
          <p:spPr>
            <a:xfrm>
              <a:off x="7774086" y="2743617"/>
              <a:ext cx="1833648" cy="17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 dirty="0">
                  <a:solidFill>
                    <a:srgbClr val="470A68"/>
                  </a:solidFill>
                </a:rPr>
                <a:t>Functional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B272473-06EC-4324-848C-1186437B1194}"/>
                </a:ext>
              </a:extLst>
            </p:cNvPr>
            <p:cNvSpPr txBox="1"/>
            <p:nvPr/>
          </p:nvSpPr>
          <p:spPr>
            <a:xfrm>
              <a:off x="7774086" y="2939270"/>
              <a:ext cx="1833648" cy="630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900" dirty="0"/>
                <a:t>Business awareness (e.g.) Org structures, finance (e.g.) Basic concepts</a:t>
              </a:r>
            </a:p>
            <a:p>
              <a:pPr>
                <a:spcAft>
                  <a:spcPts val="600"/>
                </a:spcAft>
              </a:pPr>
              <a:r>
                <a:rPr lang="en-GB" sz="900" dirty="0"/>
                <a:t>Common business terminology (e.g.) DOA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82F222-ED65-2454-FC98-FE9A820A0C1E}"/>
              </a:ext>
            </a:extLst>
          </p:cNvPr>
          <p:cNvGrpSpPr/>
          <p:nvPr/>
        </p:nvGrpSpPr>
        <p:grpSpPr>
          <a:xfrm>
            <a:off x="5788963" y="1581343"/>
            <a:ext cx="3398867" cy="903632"/>
            <a:chOff x="5788963" y="1581343"/>
            <a:chExt cx="3398867" cy="903632"/>
          </a:xfrm>
        </p:grpSpPr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B3038CE7-743A-4675-B883-7BF32B9B0B42}"/>
                </a:ext>
              </a:extLst>
            </p:cNvPr>
            <p:cNvSpPr/>
            <p:nvPr/>
          </p:nvSpPr>
          <p:spPr>
            <a:xfrm>
              <a:off x="5788963" y="1963591"/>
              <a:ext cx="817322" cy="521384"/>
            </a:xfrm>
            <a:custGeom>
              <a:avLst/>
              <a:gdLst>
                <a:gd name="connsiteX0" fmla="*/ 0 w 1755846"/>
                <a:gd name="connsiteY0" fmla="*/ 0 h 1120084"/>
                <a:gd name="connsiteX1" fmla="*/ 121898 w 1755846"/>
                <a:gd name="connsiteY1" fmla="*/ 6156 h 1120084"/>
                <a:gd name="connsiteX2" fmla="*/ 1642286 w 1755846"/>
                <a:gd name="connsiteY2" fmla="*/ 641791 h 1120084"/>
                <a:gd name="connsiteX3" fmla="*/ 1755846 w 1755846"/>
                <a:gd name="connsiteY3" fmla="*/ 745002 h 1120084"/>
                <a:gd name="connsiteX4" fmla="*/ 1367438 w 1755846"/>
                <a:gd name="connsiteY4" fmla="*/ 1120084 h 1120084"/>
                <a:gd name="connsiteX5" fmla="*/ 1296478 w 1755846"/>
                <a:gd name="connsiteY5" fmla="*/ 1055591 h 1120084"/>
                <a:gd name="connsiteX6" fmla="*/ 66315 w 1755846"/>
                <a:gd name="connsiteY6" fmla="*/ 541291 h 1120084"/>
                <a:gd name="connsiteX7" fmla="*/ 0 w 1755846"/>
                <a:gd name="connsiteY7" fmla="*/ 537942 h 1120084"/>
                <a:gd name="connsiteX8" fmla="*/ 0 w 1755846"/>
                <a:gd name="connsiteY8" fmla="*/ 0 h 1120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5846" h="1120084">
                  <a:moveTo>
                    <a:pt x="0" y="0"/>
                  </a:moveTo>
                  <a:lnTo>
                    <a:pt x="121898" y="6156"/>
                  </a:lnTo>
                  <a:cubicBezTo>
                    <a:pt x="696341" y="64493"/>
                    <a:pt x="1220316" y="293550"/>
                    <a:pt x="1642286" y="641791"/>
                  </a:cubicBezTo>
                  <a:lnTo>
                    <a:pt x="1755846" y="745002"/>
                  </a:lnTo>
                  <a:lnTo>
                    <a:pt x="1367438" y="1120084"/>
                  </a:lnTo>
                  <a:lnTo>
                    <a:pt x="1296478" y="1055591"/>
                  </a:lnTo>
                  <a:cubicBezTo>
                    <a:pt x="955057" y="773826"/>
                    <a:pt x="531104" y="588493"/>
                    <a:pt x="66315" y="541291"/>
                  </a:cubicBezTo>
                  <a:lnTo>
                    <a:pt x="0" y="537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C76E9BD-A76B-492D-8CCB-16D419230EC1}"/>
                </a:ext>
              </a:extLst>
            </p:cNvPr>
            <p:cNvSpPr txBox="1"/>
            <p:nvPr/>
          </p:nvSpPr>
          <p:spPr>
            <a:xfrm>
              <a:off x="7354182" y="1581343"/>
              <a:ext cx="1833648" cy="17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>
                  <a:solidFill>
                    <a:srgbClr val="483698"/>
                  </a:solidFill>
                </a:rPr>
                <a:t>Technical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E8FF21D-E2A9-497E-9BF1-9D664E0FFCDB}"/>
                </a:ext>
              </a:extLst>
            </p:cNvPr>
            <p:cNvSpPr txBox="1"/>
            <p:nvPr/>
          </p:nvSpPr>
          <p:spPr>
            <a:xfrm>
              <a:off x="7354182" y="1776996"/>
              <a:ext cx="1833648" cy="7078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900" dirty="0"/>
                <a:t>Azure components</a:t>
              </a:r>
            </a:p>
            <a:p>
              <a:pPr>
                <a:spcAft>
                  <a:spcPts val="600"/>
                </a:spcAft>
              </a:pPr>
              <a:r>
                <a:rPr lang="en-GB" sz="900" dirty="0"/>
                <a:t>Core application competence</a:t>
              </a:r>
            </a:p>
            <a:p>
              <a:pPr>
                <a:spcAft>
                  <a:spcPts val="600"/>
                </a:spcAft>
              </a:pPr>
              <a:r>
                <a:rPr lang="en-GB" sz="900" dirty="0"/>
                <a:t>Fit/Gap across the technologies (e.g.)SA from CE</a:t>
              </a:r>
            </a:p>
          </p:txBody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88CCDBF9-F9BB-42A7-85E8-E996D7400D65}"/>
                </a:ext>
              </a:extLst>
            </p:cNvPr>
            <p:cNvSpPr/>
            <p:nvPr/>
          </p:nvSpPr>
          <p:spPr>
            <a:xfrm>
              <a:off x="6419563" y="1581487"/>
              <a:ext cx="2669122" cy="902197"/>
            </a:xfrm>
            <a:custGeom>
              <a:avLst/>
              <a:gdLst>
                <a:gd name="connsiteX0" fmla="*/ 0 w 5734050"/>
                <a:gd name="connsiteY0" fmla="*/ 1885950 h 1885950"/>
                <a:gd name="connsiteX1" fmla="*/ 1885950 w 5734050"/>
                <a:gd name="connsiteY1" fmla="*/ 0 h 1885950"/>
                <a:gd name="connsiteX2" fmla="*/ 5734050 w 5734050"/>
                <a:gd name="connsiteY2" fmla="*/ 0 h 1885950"/>
                <a:gd name="connsiteX0" fmla="*/ 0 w 5734050"/>
                <a:gd name="connsiteY0" fmla="*/ 1890829 h 1890829"/>
                <a:gd name="connsiteX1" fmla="*/ 2015982 w 5734050"/>
                <a:gd name="connsiteY1" fmla="*/ 0 h 1890829"/>
                <a:gd name="connsiteX2" fmla="*/ 5734050 w 5734050"/>
                <a:gd name="connsiteY2" fmla="*/ 4879 h 189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4050" h="1890829">
                  <a:moveTo>
                    <a:pt x="0" y="1890829"/>
                  </a:moveTo>
                  <a:lnTo>
                    <a:pt x="2015982" y="0"/>
                  </a:lnTo>
                  <a:lnTo>
                    <a:pt x="5734050" y="4879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F513504-9C26-BFBE-3C0D-F1FFC6AB239D}"/>
              </a:ext>
            </a:extLst>
          </p:cNvPr>
          <p:cNvGrpSpPr/>
          <p:nvPr/>
        </p:nvGrpSpPr>
        <p:grpSpPr>
          <a:xfrm>
            <a:off x="6531174" y="3364109"/>
            <a:ext cx="2877162" cy="1548385"/>
            <a:chOff x="6531174" y="3364109"/>
            <a:chExt cx="2877162" cy="1548385"/>
          </a:xfrm>
        </p:grpSpPr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7DD7C42C-0F42-42B9-9EFF-4E6E45E640A3}"/>
                </a:ext>
              </a:extLst>
            </p:cNvPr>
            <p:cNvSpPr/>
            <p:nvPr/>
          </p:nvSpPr>
          <p:spPr>
            <a:xfrm>
              <a:off x="6531174" y="3364109"/>
              <a:ext cx="500700" cy="788393"/>
            </a:xfrm>
            <a:custGeom>
              <a:avLst/>
              <a:gdLst>
                <a:gd name="connsiteX0" fmla="*/ 531717 w 1075650"/>
                <a:gd name="connsiteY0" fmla="*/ 0 h 1693698"/>
                <a:gd name="connsiteX1" fmla="*/ 1075650 w 1075650"/>
                <a:gd name="connsiteY1" fmla="*/ 0 h 1693698"/>
                <a:gd name="connsiteX2" fmla="*/ 1069496 w 1075650"/>
                <a:gd name="connsiteY2" fmla="*/ 121896 h 1693698"/>
                <a:gd name="connsiteX3" fmla="*/ 433860 w 1075650"/>
                <a:gd name="connsiteY3" fmla="*/ 1642283 h 1693698"/>
                <a:gd name="connsiteX4" fmla="*/ 387133 w 1075650"/>
                <a:gd name="connsiteY4" fmla="*/ 1693698 h 1693698"/>
                <a:gd name="connsiteX5" fmla="*/ 0 w 1075650"/>
                <a:gd name="connsiteY5" fmla="*/ 1306566 h 1693698"/>
                <a:gd name="connsiteX6" fmla="*/ 14357 w 1075650"/>
                <a:gd name="connsiteY6" fmla="*/ 1290769 h 1693698"/>
                <a:gd name="connsiteX7" fmla="*/ 528657 w 1075650"/>
                <a:gd name="connsiteY7" fmla="*/ 60606 h 1693698"/>
                <a:gd name="connsiteX8" fmla="*/ 531717 w 1075650"/>
                <a:gd name="connsiteY8" fmla="*/ 0 h 1693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5650" h="1693698">
                  <a:moveTo>
                    <a:pt x="531717" y="0"/>
                  </a:moveTo>
                  <a:lnTo>
                    <a:pt x="1075650" y="0"/>
                  </a:lnTo>
                  <a:lnTo>
                    <a:pt x="1069496" y="121896"/>
                  </a:lnTo>
                  <a:cubicBezTo>
                    <a:pt x="1011158" y="696340"/>
                    <a:pt x="782101" y="1220315"/>
                    <a:pt x="433860" y="1642283"/>
                  </a:cubicBezTo>
                  <a:lnTo>
                    <a:pt x="387133" y="1693698"/>
                  </a:lnTo>
                  <a:lnTo>
                    <a:pt x="0" y="1306566"/>
                  </a:lnTo>
                  <a:lnTo>
                    <a:pt x="14357" y="1290769"/>
                  </a:lnTo>
                  <a:cubicBezTo>
                    <a:pt x="296123" y="949348"/>
                    <a:pt x="481455" y="525395"/>
                    <a:pt x="528657" y="60606"/>
                  </a:cubicBezTo>
                  <a:lnTo>
                    <a:pt x="5317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93AE52B-DE5B-49B7-BF72-5433DA25E9F4}"/>
                </a:ext>
              </a:extLst>
            </p:cNvPr>
            <p:cNvSpPr txBox="1"/>
            <p:nvPr/>
          </p:nvSpPr>
          <p:spPr>
            <a:xfrm>
              <a:off x="7574688" y="3992408"/>
              <a:ext cx="1833648" cy="17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 dirty="0">
                  <a:solidFill>
                    <a:srgbClr val="691D3F"/>
                  </a:solidFill>
                </a:rPr>
                <a:t>Method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EE7E12-E5ED-408E-862C-944C6016A49E}"/>
                </a:ext>
              </a:extLst>
            </p:cNvPr>
            <p:cNvSpPr txBox="1"/>
            <p:nvPr/>
          </p:nvSpPr>
          <p:spPr>
            <a:xfrm>
              <a:off x="7574688" y="4188058"/>
              <a:ext cx="1833648" cy="569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900" dirty="0"/>
                <a:t>Method and approach</a:t>
              </a:r>
            </a:p>
            <a:p>
              <a:pPr>
                <a:spcAft>
                  <a:spcPts val="600"/>
                </a:spcAft>
              </a:pPr>
              <a:r>
                <a:rPr lang="en-GB" sz="900" dirty="0"/>
                <a:t>Tooling </a:t>
              </a:r>
            </a:p>
            <a:p>
              <a:pPr>
                <a:spcAft>
                  <a:spcPts val="600"/>
                </a:spcAft>
              </a:pPr>
              <a:r>
                <a:rPr lang="en-GB" sz="900" dirty="0"/>
                <a:t>Estimating</a:t>
              </a:r>
            </a:p>
          </p:txBody>
        </p:sp>
        <p:sp>
          <p:nvSpPr>
            <p:cNvPr id="58" name="Freeform 48">
              <a:extLst>
                <a:ext uri="{FF2B5EF4-FFF2-40B4-BE49-F238E27FC236}">
                  <a16:creationId xmlns:a16="http://schemas.microsoft.com/office/drawing/2014/main" id="{584353A2-3890-4DA5-9A21-A1E9E78A8269}"/>
                </a:ext>
              </a:extLst>
            </p:cNvPr>
            <p:cNvSpPr/>
            <p:nvPr/>
          </p:nvSpPr>
          <p:spPr>
            <a:xfrm>
              <a:off x="6539496" y="3968771"/>
              <a:ext cx="2779743" cy="943723"/>
            </a:xfrm>
            <a:custGeom>
              <a:avLst/>
              <a:gdLst>
                <a:gd name="connsiteX0" fmla="*/ 0 w 5981700"/>
                <a:gd name="connsiteY0" fmla="*/ 0 h 2057400"/>
                <a:gd name="connsiteX1" fmla="*/ 2057400 w 5981700"/>
                <a:gd name="connsiteY1" fmla="*/ 2057400 h 2057400"/>
                <a:gd name="connsiteX2" fmla="*/ 5981700 w 5981700"/>
                <a:gd name="connsiteY2" fmla="*/ 2057400 h 2057400"/>
                <a:gd name="connsiteX0" fmla="*/ 0 w 5971698"/>
                <a:gd name="connsiteY0" fmla="*/ 0 h 2027393"/>
                <a:gd name="connsiteX1" fmla="*/ 2047398 w 5971698"/>
                <a:gd name="connsiteY1" fmla="*/ 2027393 h 2027393"/>
                <a:gd name="connsiteX2" fmla="*/ 5971698 w 5971698"/>
                <a:gd name="connsiteY2" fmla="*/ 2027393 h 2027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71698" h="2027393">
                  <a:moveTo>
                    <a:pt x="0" y="0"/>
                  </a:moveTo>
                  <a:lnTo>
                    <a:pt x="2047398" y="2027393"/>
                  </a:lnTo>
                  <a:lnTo>
                    <a:pt x="5971698" y="2027393"/>
                  </a:lnTo>
                </a:path>
              </a:pathLst>
            </a:cu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2A9E626-D21E-7E8E-9998-FBF795E7ACA7}"/>
              </a:ext>
            </a:extLst>
          </p:cNvPr>
          <p:cNvGrpSpPr/>
          <p:nvPr/>
        </p:nvGrpSpPr>
        <p:grpSpPr>
          <a:xfrm>
            <a:off x="2347641" y="1581343"/>
            <a:ext cx="3283718" cy="880294"/>
            <a:chOff x="2347641" y="1581343"/>
            <a:chExt cx="3283718" cy="880294"/>
          </a:xfrm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23E7CDBC-E74D-46F3-B70F-28FFB6A6163B}"/>
                </a:ext>
              </a:extLst>
            </p:cNvPr>
            <p:cNvSpPr/>
            <p:nvPr/>
          </p:nvSpPr>
          <p:spPr>
            <a:xfrm>
              <a:off x="4842965" y="1963591"/>
              <a:ext cx="788394" cy="498046"/>
            </a:xfrm>
            <a:custGeom>
              <a:avLst/>
              <a:gdLst>
                <a:gd name="connsiteX0" fmla="*/ 1693699 w 1693699"/>
                <a:gd name="connsiteY0" fmla="*/ 0 h 1069947"/>
                <a:gd name="connsiteX1" fmla="*/ 1693699 w 1693699"/>
                <a:gd name="connsiteY1" fmla="*/ 537943 h 1069947"/>
                <a:gd name="connsiteX2" fmla="*/ 1627388 w 1693699"/>
                <a:gd name="connsiteY2" fmla="*/ 541291 h 1069947"/>
                <a:gd name="connsiteX3" fmla="*/ 397225 w 1693699"/>
                <a:gd name="connsiteY3" fmla="*/ 1055591 h 1069947"/>
                <a:gd name="connsiteX4" fmla="*/ 381429 w 1693699"/>
                <a:gd name="connsiteY4" fmla="*/ 1069947 h 1069947"/>
                <a:gd name="connsiteX5" fmla="*/ 0 w 1693699"/>
                <a:gd name="connsiteY5" fmla="*/ 688518 h 1069947"/>
                <a:gd name="connsiteX6" fmla="*/ 51414 w 1693699"/>
                <a:gd name="connsiteY6" fmla="*/ 641790 h 1069947"/>
                <a:gd name="connsiteX7" fmla="*/ 1571801 w 1693699"/>
                <a:gd name="connsiteY7" fmla="*/ 6154 h 1069947"/>
                <a:gd name="connsiteX8" fmla="*/ 1693699 w 1693699"/>
                <a:gd name="connsiteY8" fmla="*/ 0 h 1069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699" h="1069947">
                  <a:moveTo>
                    <a:pt x="1693699" y="0"/>
                  </a:moveTo>
                  <a:lnTo>
                    <a:pt x="1693699" y="537943"/>
                  </a:lnTo>
                  <a:lnTo>
                    <a:pt x="1627388" y="541291"/>
                  </a:lnTo>
                  <a:cubicBezTo>
                    <a:pt x="1162599" y="588493"/>
                    <a:pt x="738646" y="773826"/>
                    <a:pt x="397225" y="1055591"/>
                  </a:cubicBezTo>
                  <a:lnTo>
                    <a:pt x="381429" y="1069947"/>
                  </a:lnTo>
                  <a:lnTo>
                    <a:pt x="0" y="688518"/>
                  </a:lnTo>
                  <a:lnTo>
                    <a:pt x="51414" y="641790"/>
                  </a:lnTo>
                  <a:cubicBezTo>
                    <a:pt x="473383" y="293549"/>
                    <a:pt x="997358" y="64493"/>
                    <a:pt x="1571801" y="6154"/>
                  </a:cubicBezTo>
                  <a:lnTo>
                    <a:pt x="16936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59" name="Freeform 49">
              <a:extLst>
                <a:ext uri="{FF2B5EF4-FFF2-40B4-BE49-F238E27FC236}">
                  <a16:creationId xmlns:a16="http://schemas.microsoft.com/office/drawing/2014/main" id="{15EB9B0C-5E89-404F-BA10-7E5367F2E693}"/>
                </a:ext>
              </a:extLst>
            </p:cNvPr>
            <p:cNvSpPr/>
            <p:nvPr/>
          </p:nvSpPr>
          <p:spPr>
            <a:xfrm flipH="1">
              <a:off x="2357893" y="1581343"/>
              <a:ext cx="2649166" cy="851030"/>
            </a:xfrm>
            <a:custGeom>
              <a:avLst/>
              <a:gdLst>
                <a:gd name="connsiteX0" fmla="*/ 0 w 5734050"/>
                <a:gd name="connsiteY0" fmla="*/ 1885950 h 1885950"/>
                <a:gd name="connsiteX1" fmla="*/ 1885950 w 5734050"/>
                <a:gd name="connsiteY1" fmla="*/ 0 h 1885950"/>
                <a:gd name="connsiteX2" fmla="*/ 5734050 w 5734050"/>
                <a:gd name="connsiteY2" fmla="*/ 0 h 188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4050" h="1885950">
                  <a:moveTo>
                    <a:pt x="0" y="1885950"/>
                  </a:moveTo>
                  <a:lnTo>
                    <a:pt x="1885950" y="0"/>
                  </a:lnTo>
                  <a:lnTo>
                    <a:pt x="5734050" y="0"/>
                  </a:lnTo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72CADF6-DA14-4956-A6ED-26C0CD120B2E}"/>
                </a:ext>
              </a:extLst>
            </p:cNvPr>
            <p:cNvSpPr txBox="1"/>
            <p:nvPr/>
          </p:nvSpPr>
          <p:spPr>
            <a:xfrm>
              <a:off x="2347642" y="1603359"/>
              <a:ext cx="1833648" cy="17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>
                  <a:solidFill>
                    <a:srgbClr val="0091DA"/>
                  </a:solidFill>
                </a:rPr>
                <a:t>Industry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C218296-DA1F-4CD9-80DF-A534FC7DFDD6}"/>
                </a:ext>
              </a:extLst>
            </p:cNvPr>
            <p:cNvSpPr txBox="1"/>
            <p:nvPr/>
          </p:nvSpPr>
          <p:spPr>
            <a:xfrm>
              <a:off x="2347641" y="1799012"/>
              <a:ext cx="1833648" cy="5552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000">
                  <a:solidFill>
                    <a:schemeClr val="tx2"/>
                  </a:solidFill>
                </a:defRPr>
              </a:lvl1pPr>
            </a:lstStyle>
            <a:p>
              <a:r>
                <a:rPr lang="en-GB" dirty="0">
                  <a:solidFill>
                    <a:schemeClr val="tx1"/>
                  </a:solidFill>
                </a:rPr>
                <a:t>Fast-Track knowledge of our chosen industries</a:t>
              </a:r>
            </a:p>
            <a:p>
              <a:r>
                <a:rPr lang="en-GB" dirty="0">
                  <a:solidFill>
                    <a:schemeClr val="tx1"/>
                  </a:solidFill>
                </a:rPr>
                <a:t>Retail, Local Gov’t, FS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5D05FC-FA14-E093-0249-90A6A920A0DC}"/>
              </a:ext>
            </a:extLst>
          </p:cNvPr>
          <p:cNvGrpSpPr/>
          <p:nvPr/>
        </p:nvGrpSpPr>
        <p:grpSpPr>
          <a:xfrm>
            <a:off x="1979307" y="2394453"/>
            <a:ext cx="2928812" cy="1213328"/>
            <a:chOff x="1979307" y="2394453"/>
            <a:chExt cx="2928812" cy="1213328"/>
          </a:xfrm>
        </p:grpSpPr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764C5647-414D-409C-B5A6-B014EB61536B}"/>
                </a:ext>
              </a:extLst>
            </p:cNvPr>
            <p:cNvSpPr/>
            <p:nvPr/>
          </p:nvSpPr>
          <p:spPr>
            <a:xfrm>
              <a:off x="4388447" y="2394453"/>
              <a:ext cx="519672" cy="812050"/>
            </a:xfrm>
            <a:custGeom>
              <a:avLst/>
              <a:gdLst>
                <a:gd name="connsiteX0" fmla="*/ 734706 w 1116407"/>
                <a:gd name="connsiteY0" fmla="*/ 0 h 1744519"/>
                <a:gd name="connsiteX1" fmla="*/ 1116407 w 1116407"/>
                <a:gd name="connsiteY1" fmla="*/ 381701 h 1744519"/>
                <a:gd name="connsiteX2" fmla="*/ 1061297 w 1116407"/>
                <a:gd name="connsiteY2" fmla="*/ 442337 h 1744519"/>
                <a:gd name="connsiteX3" fmla="*/ 546997 w 1116407"/>
                <a:gd name="connsiteY3" fmla="*/ 1672500 h 1744519"/>
                <a:gd name="connsiteX4" fmla="*/ 543360 w 1116407"/>
                <a:gd name="connsiteY4" fmla="*/ 1744519 h 1744519"/>
                <a:gd name="connsiteX5" fmla="*/ 0 w 1116407"/>
                <a:gd name="connsiteY5" fmla="*/ 1744519 h 1744519"/>
                <a:gd name="connsiteX6" fmla="*/ 6155 w 1116407"/>
                <a:gd name="connsiteY6" fmla="*/ 1622620 h 1744519"/>
                <a:gd name="connsiteX7" fmla="*/ 641790 w 1116407"/>
                <a:gd name="connsiteY7" fmla="*/ 102233 h 1744519"/>
                <a:gd name="connsiteX8" fmla="*/ 734706 w 1116407"/>
                <a:gd name="connsiteY8" fmla="*/ 0 h 1744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6407" h="1744519">
                  <a:moveTo>
                    <a:pt x="734706" y="0"/>
                  </a:moveTo>
                  <a:lnTo>
                    <a:pt x="1116407" y="381701"/>
                  </a:lnTo>
                  <a:lnTo>
                    <a:pt x="1061297" y="442337"/>
                  </a:lnTo>
                  <a:cubicBezTo>
                    <a:pt x="779531" y="783758"/>
                    <a:pt x="594199" y="1207712"/>
                    <a:pt x="546997" y="1672500"/>
                  </a:cubicBezTo>
                  <a:lnTo>
                    <a:pt x="543360" y="1744519"/>
                  </a:lnTo>
                  <a:lnTo>
                    <a:pt x="0" y="1744519"/>
                  </a:lnTo>
                  <a:lnTo>
                    <a:pt x="6155" y="1622620"/>
                  </a:lnTo>
                  <a:cubicBezTo>
                    <a:pt x="64493" y="1048177"/>
                    <a:pt x="293551" y="524202"/>
                    <a:pt x="641790" y="102233"/>
                  </a:cubicBezTo>
                  <a:lnTo>
                    <a:pt x="734706" y="0"/>
                  </a:lnTo>
                  <a:close/>
                </a:path>
              </a:pathLst>
            </a:cu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62" name="Freeform 67">
              <a:extLst>
                <a:ext uri="{FF2B5EF4-FFF2-40B4-BE49-F238E27FC236}">
                  <a16:creationId xmlns:a16="http://schemas.microsoft.com/office/drawing/2014/main" id="{EDCE59D4-4531-4512-A5A7-B2ECE33C0E1E}"/>
                </a:ext>
              </a:extLst>
            </p:cNvPr>
            <p:cNvSpPr/>
            <p:nvPr/>
          </p:nvSpPr>
          <p:spPr>
            <a:xfrm>
              <a:off x="3816620" y="3201618"/>
              <a:ext cx="824678" cy="21281"/>
            </a:xfrm>
            <a:custGeom>
              <a:avLst/>
              <a:gdLst>
                <a:gd name="connsiteX0" fmla="*/ 0 w 2019300"/>
                <a:gd name="connsiteY0" fmla="*/ 0 h 0"/>
                <a:gd name="connsiteX1" fmla="*/ 2019300 w 20193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9300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A00408C-9E9E-4507-87BA-EF06EFA9F229}"/>
                </a:ext>
              </a:extLst>
            </p:cNvPr>
            <p:cNvSpPr txBox="1"/>
            <p:nvPr/>
          </p:nvSpPr>
          <p:spPr>
            <a:xfrm>
              <a:off x="1979308" y="2796575"/>
              <a:ext cx="1833648" cy="17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 dirty="0">
                  <a:solidFill>
                    <a:srgbClr val="005EC2"/>
                  </a:solidFill>
                </a:rPr>
                <a:t>Engagement &amp; Team Skills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E5A4D23-9D13-4926-B48F-D2FAA6096B6A}"/>
                </a:ext>
              </a:extLst>
            </p:cNvPr>
            <p:cNvSpPr txBox="1"/>
            <p:nvPr/>
          </p:nvSpPr>
          <p:spPr>
            <a:xfrm>
              <a:off x="1979307" y="2992229"/>
              <a:ext cx="1833648" cy="6155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000">
                  <a:solidFill>
                    <a:schemeClr val="tx2"/>
                  </a:solidFill>
                </a:defRPr>
              </a:lvl1pPr>
            </a:lstStyle>
            <a:p>
              <a:r>
                <a:rPr lang="en-GB">
                  <a:solidFill>
                    <a:schemeClr val="tx1"/>
                  </a:solidFill>
                </a:rPr>
                <a:t>Leadership and Motivation skills</a:t>
              </a:r>
            </a:p>
            <a:p>
              <a:r>
                <a:rPr lang="en-GB">
                  <a:solidFill>
                    <a:schemeClr val="tx1"/>
                  </a:solidFill>
                </a:rPr>
                <a:t>Collaboration</a:t>
              </a:r>
            </a:p>
            <a:p>
              <a:r>
                <a:rPr lang="en-GB">
                  <a:solidFill>
                    <a:schemeClr val="tx1"/>
                  </a:solidFill>
                </a:rPr>
                <a:t>Presentation</a:t>
              </a:r>
            </a:p>
          </p:txBody>
        </p:sp>
      </p:grpSp>
      <p:sp>
        <p:nvSpPr>
          <p:cNvPr id="65" name="Freeform 70">
            <a:extLst>
              <a:ext uri="{FF2B5EF4-FFF2-40B4-BE49-F238E27FC236}">
                <a16:creationId xmlns:a16="http://schemas.microsoft.com/office/drawing/2014/main" id="{B04424BA-7032-43B5-B913-CDE4BDFE7555}"/>
              </a:ext>
            </a:extLst>
          </p:cNvPr>
          <p:cNvSpPr/>
          <p:nvPr/>
        </p:nvSpPr>
        <p:spPr>
          <a:xfrm flipH="1">
            <a:off x="2102960" y="3954792"/>
            <a:ext cx="2784399" cy="957691"/>
          </a:xfrm>
          <a:custGeom>
            <a:avLst/>
            <a:gdLst>
              <a:gd name="connsiteX0" fmla="*/ 0 w 5981700"/>
              <a:gd name="connsiteY0" fmla="*/ 0 h 2057400"/>
              <a:gd name="connsiteX1" fmla="*/ 2057400 w 5981700"/>
              <a:gd name="connsiteY1" fmla="*/ 2057400 h 2057400"/>
              <a:gd name="connsiteX2" fmla="*/ 5981700 w 5981700"/>
              <a:gd name="connsiteY2" fmla="*/ 205740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81700" h="2057400">
                <a:moveTo>
                  <a:pt x="0" y="0"/>
                </a:moveTo>
                <a:lnTo>
                  <a:pt x="2057400" y="2057400"/>
                </a:lnTo>
                <a:lnTo>
                  <a:pt x="5981700" y="2057400"/>
                </a:ln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>
              <a:solidFill>
                <a:prstClr val="white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30C5B0-BCEC-4BCF-B01A-522CF7BF1563}"/>
              </a:ext>
            </a:extLst>
          </p:cNvPr>
          <p:cNvSpPr txBox="1"/>
          <p:nvPr/>
        </p:nvSpPr>
        <p:spPr>
          <a:xfrm>
            <a:off x="4722666" y="2953567"/>
            <a:ext cx="2056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612CB0"/>
                </a:solidFill>
              </a:rPr>
              <a:t>Solution Architecture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7FA801-A81E-7FA0-D704-CC180F47CA63}"/>
              </a:ext>
            </a:extLst>
          </p:cNvPr>
          <p:cNvGrpSpPr/>
          <p:nvPr/>
        </p:nvGrpSpPr>
        <p:grpSpPr>
          <a:xfrm>
            <a:off x="5788963" y="4084693"/>
            <a:ext cx="2735671" cy="1902745"/>
            <a:chOff x="5788963" y="4084693"/>
            <a:chExt cx="2735671" cy="1902745"/>
          </a:xfrm>
        </p:grpSpPr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10BEAE62-A2E4-4FD7-8D2B-DF6B64FA3354}"/>
                </a:ext>
              </a:extLst>
            </p:cNvPr>
            <p:cNvSpPr/>
            <p:nvPr/>
          </p:nvSpPr>
          <p:spPr>
            <a:xfrm>
              <a:off x="5788963" y="4084693"/>
              <a:ext cx="812050" cy="522328"/>
            </a:xfrm>
            <a:custGeom>
              <a:avLst/>
              <a:gdLst>
                <a:gd name="connsiteX0" fmla="*/ 1357115 w 1744519"/>
                <a:gd name="connsiteY0" fmla="*/ 0 h 1122111"/>
                <a:gd name="connsiteX1" fmla="*/ 1744519 w 1744519"/>
                <a:gd name="connsiteY1" fmla="*/ 387404 h 1122111"/>
                <a:gd name="connsiteX2" fmla="*/ 1642285 w 1744519"/>
                <a:gd name="connsiteY2" fmla="*/ 480320 h 1122111"/>
                <a:gd name="connsiteX3" fmla="*/ 121898 w 1744519"/>
                <a:gd name="connsiteY3" fmla="*/ 1115955 h 1122111"/>
                <a:gd name="connsiteX4" fmla="*/ 0 w 1744519"/>
                <a:gd name="connsiteY4" fmla="*/ 1122111 h 1122111"/>
                <a:gd name="connsiteX5" fmla="*/ 0 w 1744519"/>
                <a:gd name="connsiteY5" fmla="*/ 572759 h 1122111"/>
                <a:gd name="connsiteX6" fmla="*/ 66315 w 1744519"/>
                <a:gd name="connsiteY6" fmla="*/ 569410 h 1122111"/>
                <a:gd name="connsiteX7" fmla="*/ 1296478 w 1744519"/>
                <a:gd name="connsiteY7" fmla="*/ 55110 h 1122111"/>
                <a:gd name="connsiteX8" fmla="*/ 1357115 w 1744519"/>
                <a:gd name="connsiteY8" fmla="*/ 0 h 11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519" h="1122111">
                  <a:moveTo>
                    <a:pt x="1357115" y="0"/>
                  </a:moveTo>
                  <a:lnTo>
                    <a:pt x="1744519" y="387404"/>
                  </a:lnTo>
                  <a:lnTo>
                    <a:pt x="1642285" y="480320"/>
                  </a:lnTo>
                  <a:cubicBezTo>
                    <a:pt x="1220315" y="828561"/>
                    <a:pt x="696341" y="1057618"/>
                    <a:pt x="121898" y="1115955"/>
                  </a:cubicBezTo>
                  <a:lnTo>
                    <a:pt x="0" y="1122111"/>
                  </a:lnTo>
                  <a:lnTo>
                    <a:pt x="0" y="572759"/>
                  </a:lnTo>
                  <a:lnTo>
                    <a:pt x="66315" y="569410"/>
                  </a:lnTo>
                  <a:cubicBezTo>
                    <a:pt x="531104" y="522208"/>
                    <a:pt x="955057" y="336876"/>
                    <a:pt x="1296478" y="55110"/>
                  </a:cubicBezTo>
                  <a:lnTo>
                    <a:pt x="1357115" y="0"/>
                  </a:lnTo>
                  <a:close/>
                </a:path>
              </a:pathLst>
            </a:custGeom>
            <a:solidFill>
              <a:srgbClr val="00A3A1"/>
            </a:solidFill>
            <a:ln>
              <a:solidFill>
                <a:srgbClr val="00A3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A91760FD-BF1E-4E4B-A395-53D870B16C26}"/>
                </a:ext>
              </a:extLst>
            </p:cNvPr>
            <p:cNvSpPr/>
            <p:nvPr/>
          </p:nvSpPr>
          <p:spPr>
            <a:xfrm flipV="1">
              <a:off x="5791307" y="4606440"/>
              <a:ext cx="2649166" cy="1380998"/>
            </a:xfrm>
            <a:custGeom>
              <a:avLst/>
              <a:gdLst>
                <a:gd name="connsiteX0" fmla="*/ 0 w 5734050"/>
                <a:gd name="connsiteY0" fmla="*/ 1885950 h 1885950"/>
                <a:gd name="connsiteX1" fmla="*/ 1885950 w 5734050"/>
                <a:gd name="connsiteY1" fmla="*/ 0 h 1885950"/>
                <a:gd name="connsiteX2" fmla="*/ 5734050 w 5734050"/>
                <a:gd name="connsiteY2" fmla="*/ 0 h 188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4050" h="1885950">
                  <a:moveTo>
                    <a:pt x="0" y="1885950"/>
                  </a:moveTo>
                  <a:lnTo>
                    <a:pt x="1885950" y="0"/>
                  </a:lnTo>
                  <a:lnTo>
                    <a:pt x="5734050" y="0"/>
                  </a:lnTo>
                </a:path>
              </a:pathLst>
            </a:custGeom>
            <a:noFill/>
            <a:ln>
              <a:solidFill>
                <a:srgbClr val="00A3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B145191-1316-4852-A527-5A417BB505E9}"/>
                </a:ext>
              </a:extLst>
            </p:cNvPr>
            <p:cNvSpPr txBox="1"/>
            <p:nvPr/>
          </p:nvSpPr>
          <p:spPr>
            <a:xfrm>
              <a:off x="6690985" y="5004750"/>
              <a:ext cx="1833649" cy="17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 dirty="0">
                  <a:solidFill>
                    <a:srgbClr val="00A3A1"/>
                  </a:solidFill>
                </a:rPr>
                <a:t>Commercial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1734232-0D86-4610-BCCC-D0B2EBB2E989}"/>
                </a:ext>
              </a:extLst>
            </p:cNvPr>
            <p:cNvSpPr txBox="1"/>
            <p:nvPr/>
          </p:nvSpPr>
          <p:spPr>
            <a:xfrm>
              <a:off x="6690985" y="5200402"/>
              <a:ext cx="1833649" cy="7694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000" dirty="0"/>
                <a:t>Commercial awareness</a:t>
              </a:r>
            </a:p>
            <a:p>
              <a:pPr>
                <a:spcAft>
                  <a:spcPts val="600"/>
                </a:spcAft>
              </a:pPr>
              <a:r>
                <a:rPr lang="en-GB" sz="1000" dirty="0"/>
                <a:t>Management of programme cost and change</a:t>
              </a:r>
            </a:p>
            <a:p>
              <a:pPr>
                <a:spcAft>
                  <a:spcPts val="600"/>
                </a:spcAft>
              </a:pPr>
              <a:r>
                <a:rPr lang="en-GB" sz="1000" dirty="0"/>
                <a:t>Solution value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A9C05C-48CB-F28A-9FE2-2766FED6B502}"/>
              </a:ext>
            </a:extLst>
          </p:cNvPr>
          <p:cNvGrpSpPr/>
          <p:nvPr/>
        </p:nvGrpSpPr>
        <p:grpSpPr>
          <a:xfrm>
            <a:off x="3014789" y="4072318"/>
            <a:ext cx="2649166" cy="2013597"/>
            <a:chOff x="2982193" y="4082900"/>
            <a:chExt cx="2649166" cy="2013597"/>
          </a:xfrm>
        </p:grpSpPr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FA0222CC-D0B0-4CB9-BB97-6A1AC73C5429}"/>
                </a:ext>
              </a:extLst>
            </p:cNvPr>
            <p:cNvSpPr/>
            <p:nvPr/>
          </p:nvSpPr>
          <p:spPr>
            <a:xfrm>
              <a:off x="4814037" y="4082900"/>
              <a:ext cx="817322" cy="524120"/>
            </a:xfrm>
            <a:custGeom>
              <a:avLst/>
              <a:gdLst>
                <a:gd name="connsiteX0" fmla="*/ 394497 w 1755845"/>
                <a:gd name="connsiteY0" fmla="*/ 0 h 1125962"/>
                <a:gd name="connsiteX1" fmla="*/ 459371 w 1755845"/>
                <a:gd name="connsiteY1" fmla="*/ 58961 h 1125962"/>
                <a:gd name="connsiteX2" fmla="*/ 1689534 w 1755845"/>
                <a:gd name="connsiteY2" fmla="*/ 573261 h 1125962"/>
                <a:gd name="connsiteX3" fmla="*/ 1755845 w 1755845"/>
                <a:gd name="connsiteY3" fmla="*/ 576610 h 1125962"/>
                <a:gd name="connsiteX4" fmla="*/ 1755845 w 1755845"/>
                <a:gd name="connsiteY4" fmla="*/ 1125962 h 1125962"/>
                <a:gd name="connsiteX5" fmla="*/ 1633947 w 1755845"/>
                <a:gd name="connsiteY5" fmla="*/ 1119806 h 1125962"/>
                <a:gd name="connsiteX6" fmla="*/ 113560 w 1755845"/>
                <a:gd name="connsiteY6" fmla="*/ 484172 h 1125962"/>
                <a:gd name="connsiteX7" fmla="*/ 0 w 1755845"/>
                <a:gd name="connsiteY7" fmla="*/ 380961 h 1125962"/>
                <a:gd name="connsiteX8" fmla="*/ 394497 w 1755845"/>
                <a:gd name="connsiteY8" fmla="*/ 0 h 1125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5845" h="1125962">
                  <a:moveTo>
                    <a:pt x="394497" y="0"/>
                  </a:moveTo>
                  <a:lnTo>
                    <a:pt x="459371" y="58961"/>
                  </a:lnTo>
                  <a:cubicBezTo>
                    <a:pt x="800792" y="340727"/>
                    <a:pt x="1224745" y="526059"/>
                    <a:pt x="1689534" y="573261"/>
                  </a:cubicBezTo>
                  <a:lnTo>
                    <a:pt x="1755845" y="576610"/>
                  </a:lnTo>
                  <a:lnTo>
                    <a:pt x="1755845" y="1125962"/>
                  </a:lnTo>
                  <a:lnTo>
                    <a:pt x="1633947" y="1119806"/>
                  </a:lnTo>
                  <a:cubicBezTo>
                    <a:pt x="1059504" y="1061469"/>
                    <a:pt x="535528" y="832412"/>
                    <a:pt x="113560" y="484172"/>
                  </a:cubicBezTo>
                  <a:lnTo>
                    <a:pt x="0" y="380961"/>
                  </a:lnTo>
                  <a:lnTo>
                    <a:pt x="394497" y="0"/>
                  </a:lnTo>
                  <a:close/>
                </a:path>
              </a:pathLst>
            </a:custGeom>
            <a:solidFill>
              <a:srgbClr val="C6007E"/>
            </a:solidFill>
            <a:ln>
              <a:solidFill>
                <a:srgbClr val="C600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374630BB-E3FC-4124-8023-E6764FDBC6FB}"/>
                </a:ext>
              </a:extLst>
            </p:cNvPr>
            <p:cNvSpPr/>
            <p:nvPr/>
          </p:nvSpPr>
          <p:spPr>
            <a:xfrm flipH="1" flipV="1">
              <a:off x="2982193" y="4607019"/>
              <a:ext cx="2649166" cy="1392158"/>
            </a:xfrm>
            <a:custGeom>
              <a:avLst/>
              <a:gdLst>
                <a:gd name="connsiteX0" fmla="*/ 0 w 5734050"/>
                <a:gd name="connsiteY0" fmla="*/ 1885950 h 1885950"/>
                <a:gd name="connsiteX1" fmla="*/ 1885950 w 5734050"/>
                <a:gd name="connsiteY1" fmla="*/ 0 h 1885950"/>
                <a:gd name="connsiteX2" fmla="*/ 5734050 w 5734050"/>
                <a:gd name="connsiteY2" fmla="*/ 0 h 188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4050" h="1885950">
                  <a:moveTo>
                    <a:pt x="0" y="1885950"/>
                  </a:moveTo>
                  <a:lnTo>
                    <a:pt x="1885950" y="0"/>
                  </a:lnTo>
                  <a:lnTo>
                    <a:pt x="5734050" y="0"/>
                  </a:lnTo>
                </a:path>
              </a:pathLst>
            </a:custGeom>
            <a:noFill/>
            <a:ln>
              <a:solidFill>
                <a:srgbClr val="C600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B800227-38F5-4922-BB28-9E3FF3DBFA02}"/>
                </a:ext>
              </a:extLst>
            </p:cNvPr>
            <p:cNvSpPr txBox="1"/>
            <p:nvPr/>
          </p:nvSpPr>
          <p:spPr>
            <a:xfrm>
              <a:off x="3009316" y="5021245"/>
              <a:ext cx="1833649" cy="17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 dirty="0">
                  <a:solidFill>
                    <a:srgbClr val="C6007E"/>
                  </a:solidFill>
                </a:rPr>
                <a:t>Stakeholder Management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66ECBFA-69A0-4319-B26E-5240CA11C197}"/>
                </a:ext>
              </a:extLst>
            </p:cNvPr>
            <p:cNvSpPr txBox="1"/>
            <p:nvPr/>
          </p:nvSpPr>
          <p:spPr>
            <a:xfrm>
              <a:off x="3009316" y="5216897"/>
              <a:ext cx="1833649" cy="879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000">
                  <a:solidFill>
                    <a:schemeClr val="tx2"/>
                  </a:solidFill>
                </a:defRPr>
              </a:lvl1pPr>
            </a:lstStyle>
            <a:p>
              <a:r>
                <a:rPr lang="en-US" dirty="0">
                  <a:solidFill>
                    <a:schemeClr val="tx1"/>
                  </a:solidFill>
                </a:rPr>
                <a:t>Trusted Advisor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C-Suite language and messages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Negotiation</a:t>
              </a:r>
            </a:p>
            <a:p>
              <a:endParaRPr lang="en-US" dirty="0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C473F4F5-1F8B-B3E9-E0C5-6B06BF393716}"/>
              </a:ext>
            </a:extLst>
          </p:cNvPr>
          <p:cNvSpPr txBox="1">
            <a:spLocks/>
          </p:cNvSpPr>
          <p:nvPr/>
        </p:nvSpPr>
        <p:spPr>
          <a:xfrm>
            <a:off x="767408" y="422673"/>
            <a:ext cx="10515600" cy="1325563"/>
          </a:xfr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spc="300" dirty="0">
                <a:solidFill>
                  <a:srgbClr val="6A22AD"/>
                </a:solidFill>
              </a:rPr>
              <a:t>Solution Architecture – Holistic View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FCAEB3-89B4-1BB2-ED81-C6EEF0740618}"/>
              </a:ext>
            </a:extLst>
          </p:cNvPr>
          <p:cNvGrpSpPr/>
          <p:nvPr/>
        </p:nvGrpSpPr>
        <p:grpSpPr>
          <a:xfrm>
            <a:off x="2099127" y="3350026"/>
            <a:ext cx="2806762" cy="1554256"/>
            <a:chOff x="2099127" y="3350026"/>
            <a:chExt cx="2806762" cy="155425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0467807-F3EB-45F7-8AC1-6AB434724746}"/>
                </a:ext>
              </a:extLst>
            </p:cNvPr>
            <p:cNvSpPr txBox="1"/>
            <p:nvPr/>
          </p:nvSpPr>
          <p:spPr>
            <a:xfrm>
              <a:off x="2101082" y="4020405"/>
              <a:ext cx="1833648" cy="17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 dirty="0">
                  <a:solidFill>
                    <a:srgbClr val="612CB0"/>
                  </a:solidFill>
                </a:rPr>
                <a:t>Problem Solving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6692E08-7B03-4CD9-BF9C-680CFA1FF097}"/>
                </a:ext>
              </a:extLst>
            </p:cNvPr>
            <p:cNvSpPr txBox="1"/>
            <p:nvPr/>
          </p:nvSpPr>
          <p:spPr>
            <a:xfrm>
              <a:off x="2099127" y="4193558"/>
              <a:ext cx="1975207" cy="384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000">
                  <a:solidFill>
                    <a:schemeClr val="tx2"/>
                  </a:solidFill>
                </a:defRPr>
              </a:lvl1pPr>
            </a:lstStyle>
            <a:p>
              <a:r>
                <a:rPr lang="en-GB" dirty="0">
                  <a:solidFill>
                    <a:schemeClr val="tx1"/>
                  </a:solidFill>
                </a:rPr>
                <a:t>Solving strategies</a:t>
              </a:r>
            </a:p>
            <a:p>
              <a:r>
                <a:rPr lang="en-GB" dirty="0">
                  <a:solidFill>
                    <a:schemeClr val="tx1"/>
                  </a:solidFill>
                </a:rPr>
                <a:t>Problem solving tools &amp; techniques </a:t>
              </a:r>
            </a:p>
          </p:txBody>
        </p:sp>
        <p:sp>
          <p:nvSpPr>
            <p:cNvPr id="7" name="Freeform 36">
              <a:extLst>
                <a:ext uri="{FF2B5EF4-FFF2-40B4-BE49-F238E27FC236}">
                  <a16:creationId xmlns:a16="http://schemas.microsoft.com/office/drawing/2014/main" id="{E2DC648D-9006-8DB1-3DEC-05372D8B0CD4}"/>
                </a:ext>
              </a:extLst>
            </p:cNvPr>
            <p:cNvSpPr/>
            <p:nvPr/>
          </p:nvSpPr>
          <p:spPr>
            <a:xfrm>
              <a:off x="4406977" y="3350026"/>
              <a:ext cx="498912" cy="783132"/>
            </a:xfrm>
            <a:custGeom>
              <a:avLst/>
              <a:gdLst>
                <a:gd name="connsiteX0" fmla="*/ 0 w 1071808"/>
                <a:gd name="connsiteY0" fmla="*/ 0 h 1682396"/>
                <a:gd name="connsiteX1" fmla="*/ 543937 w 1071808"/>
                <a:gd name="connsiteY1" fmla="*/ 0 h 1682396"/>
                <a:gd name="connsiteX2" fmla="*/ 546997 w 1071808"/>
                <a:gd name="connsiteY2" fmla="*/ 60609 h 1682396"/>
                <a:gd name="connsiteX3" fmla="*/ 1061297 w 1071808"/>
                <a:gd name="connsiteY3" fmla="*/ 1290772 h 1682396"/>
                <a:gd name="connsiteX4" fmla="*/ 1071808 w 1071808"/>
                <a:gd name="connsiteY4" fmla="*/ 1302337 h 1682396"/>
                <a:gd name="connsiteX5" fmla="*/ 678246 w 1071808"/>
                <a:gd name="connsiteY5" fmla="*/ 1682396 h 1682396"/>
                <a:gd name="connsiteX6" fmla="*/ 641790 w 1071808"/>
                <a:gd name="connsiteY6" fmla="*/ 1642286 h 1682396"/>
                <a:gd name="connsiteX7" fmla="*/ 6156 w 1071808"/>
                <a:gd name="connsiteY7" fmla="*/ 121898 h 1682396"/>
                <a:gd name="connsiteX8" fmla="*/ 0 w 1071808"/>
                <a:gd name="connsiteY8" fmla="*/ 0 h 168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1808" h="1682396">
                  <a:moveTo>
                    <a:pt x="0" y="0"/>
                  </a:moveTo>
                  <a:lnTo>
                    <a:pt x="543937" y="0"/>
                  </a:lnTo>
                  <a:lnTo>
                    <a:pt x="546997" y="60609"/>
                  </a:lnTo>
                  <a:cubicBezTo>
                    <a:pt x="594199" y="525398"/>
                    <a:pt x="779531" y="949351"/>
                    <a:pt x="1061297" y="1290772"/>
                  </a:cubicBezTo>
                  <a:lnTo>
                    <a:pt x="1071808" y="1302337"/>
                  </a:lnTo>
                  <a:lnTo>
                    <a:pt x="678246" y="1682396"/>
                  </a:lnTo>
                  <a:lnTo>
                    <a:pt x="641790" y="1642286"/>
                  </a:lnTo>
                  <a:cubicBezTo>
                    <a:pt x="293551" y="1220316"/>
                    <a:pt x="64493" y="696342"/>
                    <a:pt x="6156" y="12189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12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srgbClr val="612CB0"/>
                </a:solidFill>
              </a:endParaRPr>
            </a:p>
          </p:txBody>
        </p:sp>
        <p:sp>
          <p:nvSpPr>
            <p:cNvPr id="15" name="Freeform 70">
              <a:extLst>
                <a:ext uri="{FF2B5EF4-FFF2-40B4-BE49-F238E27FC236}">
                  <a16:creationId xmlns:a16="http://schemas.microsoft.com/office/drawing/2014/main" id="{49F33EE4-0CB6-D3BD-6571-F94A98DC4023}"/>
                </a:ext>
              </a:extLst>
            </p:cNvPr>
            <p:cNvSpPr/>
            <p:nvPr/>
          </p:nvSpPr>
          <p:spPr>
            <a:xfrm flipH="1">
              <a:off x="2119109" y="3946591"/>
              <a:ext cx="2784399" cy="957691"/>
            </a:xfrm>
            <a:custGeom>
              <a:avLst/>
              <a:gdLst>
                <a:gd name="connsiteX0" fmla="*/ 0 w 5981700"/>
                <a:gd name="connsiteY0" fmla="*/ 0 h 2057400"/>
                <a:gd name="connsiteX1" fmla="*/ 2057400 w 5981700"/>
                <a:gd name="connsiteY1" fmla="*/ 2057400 h 2057400"/>
                <a:gd name="connsiteX2" fmla="*/ 5981700 w 5981700"/>
                <a:gd name="connsiteY2" fmla="*/ 2057400 h 205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81700" h="2057400">
                  <a:moveTo>
                    <a:pt x="0" y="0"/>
                  </a:moveTo>
                  <a:lnTo>
                    <a:pt x="2057400" y="2057400"/>
                  </a:lnTo>
                  <a:lnTo>
                    <a:pt x="5981700" y="2057400"/>
                  </a:lnTo>
                </a:path>
              </a:pathLst>
            </a:custGeom>
            <a:noFill/>
            <a:ln>
              <a:solidFill>
                <a:srgbClr val="612C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0A5A84A-6934-B04C-E7F1-B0088E6E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7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opilots Everywhere! Understanding Microsoft's Copilot Strategy | by James  Wood | Mar, 2024 | Switched On: The Bowdark Blog">
            <a:extLst>
              <a:ext uri="{FF2B5EF4-FFF2-40B4-BE49-F238E27FC236}">
                <a16:creationId xmlns:a16="http://schemas.microsoft.com/office/drawing/2014/main" id="{9D99050C-BBEC-F42E-6B9F-1217B5480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64" y="116632"/>
            <a:ext cx="6503052" cy="650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CCC7E1A-2401-FBA2-FD18-97D1BF5DD9E8}"/>
              </a:ext>
            </a:extLst>
          </p:cNvPr>
          <p:cNvGrpSpPr/>
          <p:nvPr/>
        </p:nvGrpSpPr>
        <p:grpSpPr>
          <a:xfrm>
            <a:off x="1441972" y="3118901"/>
            <a:ext cx="3072199" cy="1146839"/>
            <a:chOff x="6535535" y="2423372"/>
            <a:chExt cx="3072199" cy="1146839"/>
          </a:xfrm>
        </p:grpSpPr>
        <p:sp>
          <p:nvSpPr>
            <p:cNvPr id="4" name="Freeform 35">
              <a:extLst>
                <a:ext uri="{FF2B5EF4-FFF2-40B4-BE49-F238E27FC236}">
                  <a16:creationId xmlns:a16="http://schemas.microsoft.com/office/drawing/2014/main" id="{6BCB9DA7-8F2B-E5D9-2F06-7B20C914DE41}"/>
                </a:ext>
              </a:extLst>
            </p:cNvPr>
            <p:cNvSpPr/>
            <p:nvPr/>
          </p:nvSpPr>
          <p:spPr>
            <a:xfrm>
              <a:off x="6535535" y="2423372"/>
              <a:ext cx="496340" cy="797871"/>
            </a:xfrm>
            <a:custGeom>
              <a:avLst/>
              <a:gdLst>
                <a:gd name="connsiteX0" fmla="*/ 388038 w 1066283"/>
                <a:gd name="connsiteY0" fmla="*/ 0 h 1682396"/>
                <a:gd name="connsiteX1" fmla="*/ 424493 w 1066283"/>
                <a:gd name="connsiteY1" fmla="*/ 40110 h 1682396"/>
                <a:gd name="connsiteX2" fmla="*/ 1060128 w 1066283"/>
                <a:gd name="connsiteY2" fmla="*/ 1560498 h 1682396"/>
                <a:gd name="connsiteX3" fmla="*/ 1066283 w 1066283"/>
                <a:gd name="connsiteY3" fmla="*/ 1682396 h 1682396"/>
                <a:gd name="connsiteX4" fmla="*/ 522926 w 1066283"/>
                <a:gd name="connsiteY4" fmla="*/ 1682396 h 1682396"/>
                <a:gd name="connsiteX5" fmla="*/ 519289 w 1066283"/>
                <a:gd name="connsiteY5" fmla="*/ 1610377 h 1682396"/>
                <a:gd name="connsiteX6" fmla="*/ 4989 w 1066283"/>
                <a:gd name="connsiteY6" fmla="*/ 380214 h 1682396"/>
                <a:gd name="connsiteX7" fmla="*/ 0 w 1066283"/>
                <a:gd name="connsiteY7" fmla="*/ 374724 h 1682396"/>
                <a:gd name="connsiteX8" fmla="*/ 388038 w 1066283"/>
                <a:gd name="connsiteY8" fmla="*/ 0 h 168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83" h="1682396">
                  <a:moveTo>
                    <a:pt x="388038" y="0"/>
                  </a:moveTo>
                  <a:lnTo>
                    <a:pt x="424493" y="40110"/>
                  </a:lnTo>
                  <a:cubicBezTo>
                    <a:pt x="772733" y="462079"/>
                    <a:pt x="1001790" y="986054"/>
                    <a:pt x="1060128" y="1560498"/>
                  </a:cubicBezTo>
                  <a:lnTo>
                    <a:pt x="1066283" y="1682396"/>
                  </a:lnTo>
                  <a:lnTo>
                    <a:pt x="522926" y="1682396"/>
                  </a:lnTo>
                  <a:lnTo>
                    <a:pt x="519289" y="1610377"/>
                  </a:lnTo>
                  <a:cubicBezTo>
                    <a:pt x="472087" y="1145589"/>
                    <a:pt x="286755" y="721635"/>
                    <a:pt x="4989" y="380214"/>
                  </a:cubicBezTo>
                  <a:lnTo>
                    <a:pt x="0" y="374724"/>
                  </a:lnTo>
                  <a:lnTo>
                    <a:pt x="388038" y="0"/>
                  </a:lnTo>
                  <a:close/>
                </a:path>
              </a:pathLst>
            </a:custGeom>
            <a:solidFill>
              <a:srgbClr val="470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5" name="Freeform 40">
              <a:extLst>
                <a:ext uri="{FF2B5EF4-FFF2-40B4-BE49-F238E27FC236}">
                  <a16:creationId xmlns:a16="http://schemas.microsoft.com/office/drawing/2014/main" id="{590ADCBD-A9E8-B4BF-5617-FE332534ABC5}"/>
                </a:ext>
              </a:extLst>
            </p:cNvPr>
            <p:cNvSpPr/>
            <p:nvPr/>
          </p:nvSpPr>
          <p:spPr>
            <a:xfrm>
              <a:off x="6783130" y="3209930"/>
              <a:ext cx="824678" cy="21281"/>
            </a:xfrm>
            <a:custGeom>
              <a:avLst/>
              <a:gdLst>
                <a:gd name="connsiteX0" fmla="*/ 0 w 2019300"/>
                <a:gd name="connsiteY0" fmla="*/ 0 h 0"/>
                <a:gd name="connsiteX1" fmla="*/ 2019300 w 20193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9300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>
              <a:solidFill>
                <a:srgbClr val="470A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097559-63D8-822C-80E1-913424FB1367}"/>
                </a:ext>
              </a:extLst>
            </p:cNvPr>
            <p:cNvSpPr txBox="1"/>
            <p:nvPr/>
          </p:nvSpPr>
          <p:spPr>
            <a:xfrm>
              <a:off x="7774086" y="2743617"/>
              <a:ext cx="1833648" cy="17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 dirty="0">
                  <a:solidFill>
                    <a:srgbClr val="470A68"/>
                  </a:solidFill>
                </a:rPr>
                <a:t>Functional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65B8203-A1BE-2E13-3865-F6FDD7664984}"/>
                </a:ext>
              </a:extLst>
            </p:cNvPr>
            <p:cNvSpPr txBox="1"/>
            <p:nvPr/>
          </p:nvSpPr>
          <p:spPr>
            <a:xfrm>
              <a:off x="7774086" y="2939270"/>
              <a:ext cx="1833648" cy="630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900" dirty="0"/>
                <a:t>Business awareness (e.g.) Org structures, finance (e.g.) Basic concepts</a:t>
              </a:r>
            </a:p>
            <a:p>
              <a:pPr>
                <a:spcAft>
                  <a:spcPts val="600"/>
                </a:spcAft>
              </a:pPr>
              <a:r>
                <a:rPr lang="en-GB" sz="900" dirty="0"/>
                <a:t>Common business terminology (e.g.) DOA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0B6C5E1-A094-5DDB-F637-96EBBBA5C783}"/>
              </a:ext>
            </a:extLst>
          </p:cNvPr>
          <p:cNvGrpSpPr/>
          <p:nvPr/>
        </p:nvGrpSpPr>
        <p:grpSpPr>
          <a:xfrm>
            <a:off x="695400" y="2276872"/>
            <a:ext cx="3398867" cy="903632"/>
            <a:chOff x="5788963" y="1581343"/>
            <a:chExt cx="3398867" cy="903632"/>
          </a:xfrm>
        </p:grpSpPr>
        <p:sp>
          <p:nvSpPr>
            <p:cNvPr id="9" name="Freeform 33">
              <a:extLst>
                <a:ext uri="{FF2B5EF4-FFF2-40B4-BE49-F238E27FC236}">
                  <a16:creationId xmlns:a16="http://schemas.microsoft.com/office/drawing/2014/main" id="{0489456B-CC09-BB85-4E7E-DE77476684EE}"/>
                </a:ext>
              </a:extLst>
            </p:cNvPr>
            <p:cNvSpPr/>
            <p:nvPr/>
          </p:nvSpPr>
          <p:spPr>
            <a:xfrm>
              <a:off x="5788963" y="1963591"/>
              <a:ext cx="817322" cy="521384"/>
            </a:xfrm>
            <a:custGeom>
              <a:avLst/>
              <a:gdLst>
                <a:gd name="connsiteX0" fmla="*/ 0 w 1755846"/>
                <a:gd name="connsiteY0" fmla="*/ 0 h 1120084"/>
                <a:gd name="connsiteX1" fmla="*/ 121898 w 1755846"/>
                <a:gd name="connsiteY1" fmla="*/ 6156 h 1120084"/>
                <a:gd name="connsiteX2" fmla="*/ 1642286 w 1755846"/>
                <a:gd name="connsiteY2" fmla="*/ 641791 h 1120084"/>
                <a:gd name="connsiteX3" fmla="*/ 1755846 w 1755846"/>
                <a:gd name="connsiteY3" fmla="*/ 745002 h 1120084"/>
                <a:gd name="connsiteX4" fmla="*/ 1367438 w 1755846"/>
                <a:gd name="connsiteY4" fmla="*/ 1120084 h 1120084"/>
                <a:gd name="connsiteX5" fmla="*/ 1296478 w 1755846"/>
                <a:gd name="connsiteY5" fmla="*/ 1055591 h 1120084"/>
                <a:gd name="connsiteX6" fmla="*/ 66315 w 1755846"/>
                <a:gd name="connsiteY6" fmla="*/ 541291 h 1120084"/>
                <a:gd name="connsiteX7" fmla="*/ 0 w 1755846"/>
                <a:gd name="connsiteY7" fmla="*/ 537942 h 1120084"/>
                <a:gd name="connsiteX8" fmla="*/ 0 w 1755846"/>
                <a:gd name="connsiteY8" fmla="*/ 0 h 1120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5846" h="1120084">
                  <a:moveTo>
                    <a:pt x="0" y="0"/>
                  </a:moveTo>
                  <a:lnTo>
                    <a:pt x="121898" y="6156"/>
                  </a:lnTo>
                  <a:cubicBezTo>
                    <a:pt x="696341" y="64493"/>
                    <a:pt x="1220316" y="293550"/>
                    <a:pt x="1642286" y="641791"/>
                  </a:cubicBezTo>
                  <a:lnTo>
                    <a:pt x="1755846" y="745002"/>
                  </a:lnTo>
                  <a:lnTo>
                    <a:pt x="1367438" y="1120084"/>
                  </a:lnTo>
                  <a:lnTo>
                    <a:pt x="1296478" y="1055591"/>
                  </a:lnTo>
                  <a:cubicBezTo>
                    <a:pt x="955057" y="773826"/>
                    <a:pt x="531104" y="588493"/>
                    <a:pt x="66315" y="541291"/>
                  </a:cubicBezTo>
                  <a:lnTo>
                    <a:pt x="0" y="537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3B01DA-2347-DF17-6911-BAB8A8E3EFCC}"/>
                </a:ext>
              </a:extLst>
            </p:cNvPr>
            <p:cNvSpPr txBox="1"/>
            <p:nvPr/>
          </p:nvSpPr>
          <p:spPr>
            <a:xfrm>
              <a:off x="7354182" y="1581343"/>
              <a:ext cx="1833648" cy="17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>
                  <a:solidFill>
                    <a:srgbClr val="483698"/>
                  </a:solidFill>
                </a:rPr>
                <a:t>Technical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876002-ED95-37CE-2395-ACF7ECB7442D}"/>
                </a:ext>
              </a:extLst>
            </p:cNvPr>
            <p:cNvSpPr txBox="1"/>
            <p:nvPr/>
          </p:nvSpPr>
          <p:spPr>
            <a:xfrm>
              <a:off x="7354182" y="1776996"/>
              <a:ext cx="1833648" cy="7078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900" dirty="0"/>
                <a:t>Azure components</a:t>
              </a:r>
            </a:p>
            <a:p>
              <a:pPr>
                <a:spcAft>
                  <a:spcPts val="600"/>
                </a:spcAft>
              </a:pPr>
              <a:r>
                <a:rPr lang="en-GB" sz="900" dirty="0"/>
                <a:t>Core application competence</a:t>
              </a:r>
            </a:p>
            <a:p>
              <a:pPr>
                <a:spcAft>
                  <a:spcPts val="600"/>
                </a:spcAft>
              </a:pPr>
              <a:r>
                <a:rPr lang="en-GB" sz="900" dirty="0"/>
                <a:t>Fit/Gap across the technologies (e.g.)SA from CE</a:t>
              </a:r>
            </a:p>
          </p:txBody>
        </p:sp>
        <p:sp>
          <p:nvSpPr>
            <p:cNvPr id="12" name="Freeform 47">
              <a:extLst>
                <a:ext uri="{FF2B5EF4-FFF2-40B4-BE49-F238E27FC236}">
                  <a16:creationId xmlns:a16="http://schemas.microsoft.com/office/drawing/2014/main" id="{666AE7CB-EEBA-F7CA-E89F-FF54F1E98F10}"/>
                </a:ext>
              </a:extLst>
            </p:cNvPr>
            <p:cNvSpPr/>
            <p:nvPr/>
          </p:nvSpPr>
          <p:spPr>
            <a:xfrm>
              <a:off x="6419563" y="1581487"/>
              <a:ext cx="2669122" cy="902197"/>
            </a:xfrm>
            <a:custGeom>
              <a:avLst/>
              <a:gdLst>
                <a:gd name="connsiteX0" fmla="*/ 0 w 5734050"/>
                <a:gd name="connsiteY0" fmla="*/ 1885950 h 1885950"/>
                <a:gd name="connsiteX1" fmla="*/ 1885950 w 5734050"/>
                <a:gd name="connsiteY1" fmla="*/ 0 h 1885950"/>
                <a:gd name="connsiteX2" fmla="*/ 5734050 w 5734050"/>
                <a:gd name="connsiteY2" fmla="*/ 0 h 1885950"/>
                <a:gd name="connsiteX0" fmla="*/ 0 w 5734050"/>
                <a:gd name="connsiteY0" fmla="*/ 1890829 h 1890829"/>
                <a:gd name="connsiteX1" fmla="*/ 2015982 w 5734050"/>
                <a:gd name="connsiteY1" fmla="*/ 0 h 1890829"/>
                <a:gd name="connsiteX2" fmla="*/ 5734050 w 5734050"/>
                <a:gd name="connsiteY2" fmla="*/ 4879 h 189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4050" h="1890829">
                  <a:moveTo>
                    <a:pt x="0" y="1890829"/>
                  </a:moveTo>
                  <a:lnTo>
                    <a:pt x="2015982" y="0"/>
                  </a:lnTo>
                  <a:lnTo>
                    <a:pt x="5734050" y="4879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189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E07926-962F-4380-89B1-970597D2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Journey</a:t>
            </a:r>
          </a:p>
        </p:txBody>
      </p:sp>
    </p:spTree>
    <p:extLst>
      <p:ext uri="{BB962C8B-B14F-4D97-AF65-F5344CB8AC3E}">
        <p14:creationId xmlns:p14="http://schemas.microsoft.com/office/powerpoint/2010/main" val="2053046393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473F4F5-1F8B-B3E9-E0C5-6B06BF393716}"/>
              </a:ext>
            </a:extLst>
          </p:cNvPr>
          <p:cNvSpPr txBox="1">
            <a:spLocks/>
          </p:cNvSpPr>
          <p:nvPr/>
        </p:nvSpPr>
        <p:spPr>
          <a:xfrm>
            <a:off x="767408" y="422673"/>
            <a:ext cx="10515600" cy="527197"/>
          </a:xfr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spc="300" dirty="0">
                <a:solidFill>
                  <a:srgbClr val="6A22AD"/>
                </a:solidFill>
              </a:rPr>
              <a:t>Core Components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A5A84A-6934-B04C-E7F1-B0088E6E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18DBCE-F40C-D90F-626F-1E8472E0AE6C}"/>
              </a:ext>
            </a:extLst>
          </p:cNvPr>
          <p:cNvSpPr/>
          <p:nvPr/>
        </p:nvSpPr>
        <p:spPr>
          <a:xfrm>
            <a:off x="7824192" y="2825160"/>
            <a:ext cx="18288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Dynamics 365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D336E-1EB8-3B54-6E1D-368A23ABD8DA}"/>
              </a:ext>
            </a:extLst>
          </p:cNvPr>
          <p:cNvSpPr/>
          <p:nvPr/>
        </p:nvSpPr>
        <p:spPr>
          <a:xfrm rot="10800000" flipH="1" flipV="1">
            <a:off x="3356142" y="4356768"/>
            <a:ext cx="1828800" cy="1828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BI and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98256B-3C30-B766-AE3E-3E9D7DCBCB55}"/>
              </a:ext>
            </a:extLst>
          </p:cNvPr>
          <p:cNvSpPr/>
          <p:nvPr/>
        </p:nvSpPr>
        <p:spPr>
          <a:xfrm>
            <a:off x="3356141" y="1442482"/>
            <a:ext cx="1828800" cy="1828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Integration Layer</a:t>
            </a:r>
          </a:p>
        </p:txBody>
      </p:sp>
    </p:spTree>
    <p:extLst>
      <p:ext uri="{BB962C8B-B14F-4D97-AF65-F5344CB8AC3E}">
        <p14:creationId xmlns:p14="http://schemas.microsoft.com/office/powerpoint/2010/main" val="2131646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72AF-19E0-64FF-4C8E-384E60D68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Scope of Dynamics 365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8E5108A-9759-0969-B0AF-97AEDC5CC8E6}"/>
              </a:ext>
            </a:extLst>
          </p:cNvPr>
          <p:cNvSpPr/>
          <p:nvPr/>
        </p:nvSpPr>
        <p:spPr>
          <a:xfrm rot="10800000" flipH="1" flipV="1">
            <a:off x="2364835" y="4049465"/>
            <a:ext cx="1828800" cy="1828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BI and Analytics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8488F7D-F5D1-2C8C-0BF2-DA0462616D0F}"/>
              </a:ext>
            </a:extLst>
          </p:cNvPr>
          <p:cNvSpPr/>
          <p:nvPr/>
        </p:nvSpPr>
        <p:spPr>
          <a:xfrm>
            <a:off x="2364834" y="1135179"/>
            <a:ext cx="1828800" cy="1828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Integration Layer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0CA36FCD-BFC6-D2C0-C8CC-DFD48C97B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024" y="1484784"/>
            <a:ext cx="5614903" cy="42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56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E5DBF77-E830-ED44-16F5-3DFB7872A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Integrations are the Star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815910-449F-2592-F449-FF529C293689}"/>
              </a:ext>
            </a:extLst>
          </p:cNvPr>
          <p:cNvSpPr/>
          <p:nvPr/>
        </p:nvSpPr>
        <p:spPr>
          <a:xfrm rot="10800000" flipH="1" flipV="1">
            <a:off x="2364835" y="4049465"/>
            <a:ext cx="1828800" cy="1828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BI and Analytics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FB181F-377E-1F67-AE5B-AB6E749DF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024" y="1484784"/>
            <a:ext cx="5614903" cy="426147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DDE3D1-C174-C317-35D0-6FE09B34532A}"/>
              </a:ext>
            </a:extLst>
          </p:cNvPr>
          <p:cNvSpPr/>
          <p:nvPr/>
        </p:nvSpPr>
        <p:spPr>
          <a:xfrm>
            <a:off x="3215680" y="1124744"/>
            <a:ext cx="1828800" cy="1828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Global Integration Layer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B842F8-8F8F-24F8-0149-473612AF97B6}"/>
              </a:ext>
            </a:extLst>
          </p:cNvPr>
          <p:cNvSpPr/>
          <p:nvPr/>
        </p:nvSpPr>
        <p:spPr>
          <a:xfrm>
            <a:off x="695400" y="1391072"/>
            <a:ext cx="1828800" cy="648072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Local Integration Layer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1B920-7BA8-2937-D686-E66DECD2BDB9}"/>
              </a:ext>
            </a:extLst>
          </p:cNvPr>
          <p:cNvSpPr/>
          <p:nvPr/>
        </p:nvSpPr>
        <p:spPr>
          <a:xfrm>
            <a:off x="847800" y="1543472"/>
            <a:ext cx="1828800" cy="648072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Local Integration 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222701-06C9-58B4-13AC-39F30F84EB34}"/>
              </a:ext>
            </a:extLst>
          </p:cNvPr>
          <p:cNvSpPr/>
          <p:nvPr/>
        </p:nvSpPr>
        <p:spPr>
          <a:xfrm>
            <a:off x="1000200" y="1695872"/>
            <a:ext cx="1828800" cy="648072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Local Integration Layer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6B9D79-9FB3-483F-2E54-AD2586232252}"/>
              </a:ext>
            </a:extLst>
          </p:cNvPr>
          <p:cNvSpPr/>
          <p:nvPr/>
        </p:nvSpPr>
        <p:spPr>
          <a:xfrm>
            <a:off x="1152600" y="1848272"/>
            <a:ext cx="1828800" cy="648072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Local Integration Layer</a:t>
            </a:r>
          </a:p>
        </p:txBody>
      </p:sp>
    </p:spTree>
    <p:extLst>
      <p:ext uri="{BB962C8B-B14F-4D97-AF65-F5344CB8AC3E}">
        <p14:creationId xmlns:p14="http://schemas.microsoft.com/office/powerpoint/2010/main" val="2119593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8D915D-886E-7014-E98B-EDD76C8574D7}"/>
              </a:ext>
            </a:extLst>
          </p:cNvPr>
          <p:cNvSpPr/>
          <p:nvPr/>
        </p:nvSpPr>
        <p:spPr>
          <a:xfrm>
            <a:off x="5879976" y="980728"/>
            <a:ext cx="4392488" cy="5256584"/>
          </a:xfrm>
          <a:prstGeom prst="roundRect">
            <a:avLst/>
          </a:prstGeom>
          <a:solidFill>
            <a:schemeClr val="tx2">
              <a:lumMod val="8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200" dirty="0">
                <a:solidFill>
                  <a:schemeClr val="bg2"/>
                </a:solidFill>
              </a:rPr>
              <a:t>Global Integration Layer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CCBA8F87-0D59-18DE-34E8-7D353247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89" y="173567"/>
            <a:ext cx="11430000" cy="443198"/>
          </a:xfrm>
        </p:spPr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67466-EEB1-E445-B96B-82DF8EFB6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84784"/>
            <a:ext cx="3937620" cy="44888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4730EA-C7E5-AEDB-E8C8-F1AA1BD75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92" y="921348"/>
            <a:ext cx="571500" cy="449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8B43B1-D754-2F28-AB9C-2C9A7E05D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696" y="1273036"/>
            <a:ext cx="1850934" cy="22656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817D96-8AFA-9458-B342-1896905F5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256" y="3611606"/>
            <a:ext cx="1850934" cy="22656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B165BA-821B-D1F9-E3B0-DB2E433B9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2" y="1268692"/>
            <a:ext cx="1850934" cy="22656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B9900B-4403-FC53-A1FE-8185097A9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2" y="3611606"/>
            <a:ext cx="1850934" cy="226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0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411024A2-7865-D2CF-AF05-C13525CA8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 to the Data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D943A5-9ABC-A8C6-A878-52454A16B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97" y="767866"/>
            <a:ext cx="4288563" cy="24550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3DD0C4C-A819-F876-CCBD-A79B89E32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1484784"/>
            <a:ext cx="5614903" cy="426147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6810C79-D9B1-1ECE-4617-1811F3317617}"/>
              </a:ext>
            </a:extLst>
          </p:cNvPr>
          <p:cNvSpPr/>
          <p:nvPr/>
        </p:nvSpPr>
        <p:spPr>
          <a:xfrm rot="10800000" flipH="1" flipV="1">
            <a:off x="2364835" y="4049465"/>
            <a:ext cx="1828800" cy="1828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BI and Analytics</a:t>
            </a:r>
          </a:p>
        </p:txBody>
      </p:sp>
    </p:spTree>
    <p:extLst>
      <p:ext uri="{BB962C8B-B14F-4D97-AF65-F5344CB8AC3E}">
        <p14:creationId xmlns:p14="http://schemas.microsoft.com/office/powerpoint/2010/main" val="810533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0FF128-E3EE-3CEE-A1F6-B93D2463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Its not just one data platform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D943A5-9ABC-A8C6-A878-52454A16B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97" y="767866"/>
            <a:ext cx="4288563" cy="24550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3DD0C4C-A819-F876-CCBD-A79B89E32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1484784"/>
            <a:ext cx="5614903" cy="426147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A65498F-AB52-9DC4-D768-AD5699CB1985}"/>
              </a:ext>
            </a:extLst>
          </p:cNvPr>
          <p:cNvSpPr/>
          <p:nvPr/>
        </p:nvSpPr>
        <p:spPr>
          <a:xfrm rot="10800000" flipH="1" flipV="1">
            <a:off x="4943871" y="3917457"/>
            <a:ext cx="936105" cy="1828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BI and Analytics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5BB6CC-A343-FF4C-0F69-1DFA609DC33C}"/>
              </a:ext>
            </a:extLst>
          </p:cNvPr>
          <p:cNvSpPr/>
          <p:nvPr/>
        </p:nvSpPr>
        <p:spPr>
          <a:xfrm rot="10800000" flipH="1" flipV="1">
            <a:off x="2927648" y="3717032"/>
            <a:ext cx="1399962" cy="44764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Workload BI and Analytics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64A5FE-D469-54E6-5C1A-DB03AD5DCF4A}"/>
              </a:ext>
            </a:extLst>
          </p:cNvPr>
          <p:cNvSpPr/>
          <p:nvPr/>
        </p:nvSpPr>
        <p:spPr>
          <a:xfrm rot="10800000" flipH="1" flipV="1">
            <a:off x="2927648" y="4365104"/>
            <a:ext cx="1399962" cy="44764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Workload BI and Analytics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BC0738-E976-3D89-DF2F-1E296FC36B2A}"/>
              </a:ext>
            </a:extLst>
          </p:cNvPr>
          <p:cNvSpPr/>
          <p:nvPr/>
        </p:nvSpPr>
        <p:spPr>
          <a:xfrm rot="10800000" flipH="1" flipV="1">
            <a:off x="2928633" y="5013176"/>
            <a:ext cx="1399962" cy="44764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Workload BI and Analytics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293D53-9260-E5A8-BE78-889362746520}"/>
              </a:ext>
            </a:extLst>
          </p:cNvPr>
          <p:cNvSpPr/>
          <p:nvPr/>
        </p:nvSpPr>
        <p:spPr>
          <a:xfrm rot="10800000" flipH="1" flipV="1">
            <a:off x="2927648" y="5645648"/>
            <a:ext cx="1399962" cy="44764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Workload BI and Analytics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C620FE-9F88-2293-A70A-2A08B88C0294}"/>
              </a:ext>
            </a:extLst>
          </p:cNvPr>
          <p:cNvSpPr/>
          <p:nvPr/>
        </p:nvSpPr>
        <p:spPr>
          <a:xfrm rot="10800000" flipH="1" flipV="1">
            <a:off x="1248731" y="3917457"/>
            <a:ext cx="936105" cy="1828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/>
                </a:solidFill>
              </a:rPr>
              <a:t>ESG One Lake</a:t>
            </a:r>
          </a:p>
        </p:txBody>
      </p:sp>
    </p:spTree>
    <p:extLst>
      <p:ext uri="{BB962C8B-B14F-4D97-AF65-F5344CB8AC3E}">
        <p14:creationId xmlns:p14="http://schemas.microsoft.com/office/powerpoint/2010/main" val="852092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B6A4C12-B846-82B5-55CF-FB0123D9B1FA}"/>
              </a:ext>
            </a:extLst>
          </p:cNvPr>
          <p:cNvSpPr/>
          <p:nvPr/>
        </p:nvSpPr>
        <p:spPr>
          <a:xfrm>
            <a:off x="983432" y="2201840"/>
            <a:ext cx="10297144" cy="1227159"/>
          </a:xfrm>
          <a:prstGeom prst="rect">
            <a:avLst/>
          </a:prstGeom>
          <a:solidFill>
            <a:schemeClr val="tx2">
              <a:lumMod val="9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9C7A44-C590-E68A-DBE6-1C41A9F1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3AC8A-520B-6364-F622-050681422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633" y="1124744"/>
            <a:ext cx="6987882" cy="5204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B82D37-5A7D-8FB8-2CF3-C970BB541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348880"/>
            <a:ext cx="72390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5A8427-3BD1-71CA-9E3E-863BF1653FF5}"/>
              </a:ext>
            </a:extLst>
          </p:cNvPr>
          <p:cNvSpPr txBox="1"/>
          <p:nvPr/>
        </p:nvSpPr>
        <p:spPr>
          <a:xfrm>
            <a:off x="1377485" y="2980380"/>
            <a:ext cx="1152128" cy="2850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dirty="0" err="1">
                <a:solidFill>
                  <a:schemeClr val="bg2"/>
                </a:solidFill>
              </a:rPr>
              <a:t>OneLake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36B80-4138-F317-F521-4FE7D9E7DCF6}"/>
              </a:ext>
            </a:extLst>
          </p:cNvPr>
          <p:cNvSpPr txBox="1"/>
          <p:nvPr/>
        </p:nvSpPr>
        <p:spPr>
          <a:xfrm>
            <a:off x="9877973" y="2996952"/>
            <a:ext cx="1152128" cy="2850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Dataverse</a:t>
            </a:r>
          </a:p>
        </p:txBody>
      </p:sp>
    </p:spTree>
    <p:extLst>
      <p:ext uri="{BB962C8B-B14F-4D97-AF65-F5344CB8AC3E}">
        <p14:creationId xmlns:p14="http://schemas.microsoft.com/office/powerpoint/2010/main" val="3113210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0FF128-E3EE-3CEE-A1F6-B93D2463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Solutions Continues to Grow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D943A5-9ABC-A8C6-A878-52454A16B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97" y="767866"/>
            <a:ext cx="4288563" cy="24550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3DD0C4C-A819-F876-CCBD-A79B89E32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1484784"/>
            <a:ext cx="5614903" cy="426147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DAF3A5-C239-C4BD-1615-31FA1B48B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401" y="3316939"/>
            <a:ext cx="5010599" cy="253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94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C8C05F75-6FB2-16E8-335E-B48F9494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Multi Instance Multiplier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AC664AF-13C7-932E-1D56-BB6157482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906" y="3480938"/>
            <a:ext cx="4115554" cy="22175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4B5A97B-691A-3CE9-6C48-9A17526C5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401" y="973974"/>
            <a:ext cx="4288563" cy="24550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C6C8F11-DE6B-0D29-C39B-AE1121EE2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544" y="1883296"/>
            <a:ext cx="3744416" cy="284185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873E797-DE19-E58B-A690-C925D4021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944" y="2035696"/>
            <a:ext cx="3744416" cy="284185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19B50E6-1D0F-CBF3-AC6A-375C12911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344" y="2188096"/>
            <a:ext cx="3744416" cy="284185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1FD590B-6267-43DA-EC31-FCF0D1557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744" y="2340496"/>
            <a:ext cx="3744416" cy="284185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5D36E31-2CB5-B283-634B-5FDE0793D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144" y="2492896"/>
            <a:ext cx="3744416" cy="284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84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08D42-BEE1-3197-D45F-4A81E256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Landing Zones the True Starting Point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399BB-7026-3D24-54F0-1A18F4198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362" y="837283"/>
            <a:ext cx="9175275" cy="56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E07926-962F-4380-89B1-970597D2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 Aways</a:t>
            </a:r>
          </a:p>
        </p:txBody>
      </p:sp>
    </p:spTree>
    <p:extLst>
      <p:ext uri="{BB962C8B-B14F-4D97-AF65-F5344CB8AC3E}">
        <p14:creationId xmlns:p14="http://schemas.microsoft.com/office/powerpoint/2010/main" val="3230204633"/>
      </p:ext>
    </p:extLst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473F4F5-1F8B-B3E9-E0C5-6B06BF393716}"/>
              </a:ext>
            </a:extLst>
          </p:cNvPr>
          <p:cNvSpPr txBox="1">
            <a:spLocks/>
          </p:cNvSpPr>
          <p:nvPr/>
        </p:nvSpPr>
        <p:spPr>
          <a:xfrm>
            <a:off x="767408" y="422673"/>
            <a:ext cx="10515600" cy="527197"/>
          </a:xfr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spc="300" dirty="0">
                <a:solidFill>
                  <a:srgbClr val="6A22AD"/>
                </a:solidFill>
              </a:rPr>
              <a:t>Key Take Aways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A5A84A-6934-B04C-E7F1-B0088E6E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76" b="14476"/>
          <a:stretch/>
        </p:blipFill>
        <p:spPr>
          <a:xfrm>
            <a:off x="10200456" y="6060253"/>
            <a:ext cx="1766409" cy="609107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4E46EC1-FAE9-5337-A8C6-8798D58386F1}"/>
              </a:ext>
            </a:extLst>
          </p:cNvPr>
          <p:cNvSpPr txBox="1">
            <a:spLocks/>
          </p:cNvSpPr>
          <p:nvPr/>
        </p:nvSpPr>
        <p:spPr>
          <a:xfrm>
            <a:off x="1919536" y="1577958"/>
            <a:ext cx="8119571" cy="433017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65760" indent="-36576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solidFill>
                  <a:srgbClr val="612CB0"/>
                </a:solidFill>
                <a:latin typeface="Ming" panose="00000400000000000000" pitchFamily="2" charset="0"/>
                <a:ea typeface="+mj-ea"/>
                <a:cs typeface="+mj-cs"/>
              </a:rPr>
              <a:t>Individual Survey – Holistic View - The wheel </a:t>
            </a:r>
          </a:p>
          <a:p>
            <a:r>
              <a:rPr lang="en-GB" sz="2400" dirty="0">
                <a:solidFill>
                  <a:srgbClr val="612CB0"/>
                </a:solidFill>
                <a:latin typeface="Ming"/>
                <a:ea typeface="+mj-ea"/>
                <a:cs typeface="+mj-cs"/>
              </a:rPr>
              <a:t>Push to be in the Governance conversations and meetings</a:t>
            </a:r>
          </a:p>
          <a:p>
            <a:r>
              <a:rPr lang="en-GB" sz="2400" dirty="0">
                <a:solidFill>
                  <a:srgbClr val="612CB0"/>
                </a:solidFill>
                <a:latin typeface="Ming" panose="00000400000000000000" pitchFamily="2" charset="0"/>
                <a:ea typeface="+mj-ea"/>
                <a:cs typeface="+mj-cs"/>
              </a:rPr>
              <a:t>Identify role models and mentors</a:t>
            </a:r>
          </a:p>
          <a:p>
            <a:r>
              <a:rPr lang="en-GB" sz="2400" dirty="0">
                <a:solidFill>
                  <a:srgbClr val="612CB0"/>
                </a:solidFill>
                <a:latin typeface="Ming"/>
                <a:ea typeface="+mj-ea"/>
                <a:cs typeface="+mj-cs"/>
              </a:rPr>
              <a:t>Setup an Architecture Academy</a:t>
            </a:r>
          </a:p>
          <a:p>
            <a:pPr lvl="1"/>
            <a:r>
              <a:rPr lang="en-GB" sz="2000" dirty="0">
                <a:solidFill>
                  <a:srgbClr val="612CB0"/>
                </a:solidFill>
                <a:latin typeface="Ming" panose="00000400000000000000" pitchFamily="2" charset="0"/>
                <a:ea typeface="+mj-ea"/>
                <a:cs typeface="+mj-cs"/>
              </a:rPr>
              <a:t>Full cycle with Senior SAs</a:t>
            </a:r>
          </a:p>
          <a:p>
            <a:pPr lvl="1"/>
            <a:r>
              <a:rPr lang="en-GB" sz="2000" dirty="0">
                <a:solidFill>
                  <a:srgbClr val="612CB0"/>
                </a:solidFill>
                <a:latin typeface="Ming" panose="00000400000000000000" pitchFamily="2" charset="0"/>
                <a:ea typeface="+mj-ea"/>
                <a:cs typeface="+mj-cs"/>
              </a:rPr>
              <a:t>Promote Senior SAs to Coaches AA</a:t>
            </a:r>
          </a:p>
          <a:p>
            <a:r>
              <a:rPr lang="en-GB" sz="2400" dirty="0">
                <a:solidFill>
                  <a:srgbClr val="612CB0"/>
                </a:solidFill>
                <a:latin typeface="Ming" panose="00000400000000000000" pitchFamily="2" charset="0"/>
                <a:ea typeface="+mj-ea"/>
                <a:cs typeface="+mj-cs"/>
              </a:rPr>
              <a:t>Practice organised by needs and not products (ERP Practice)</a:t>
            </a:r>
          </a:p>
          <a:p>
            <a:r>
              <a:rPr lang="en-GB" sz="2400" dirty="0">
                <a:solidFill>
                  <a:srgbClr val="612CB0"/>
                </a:solidFill>
                <a:latin typeface="Ming" panose="00000400000000000000" pitchFamily="2" charset="0"/>
                <a:ea typeface="+mj-ea"/>
                <a:cs typeface="+mj-cs"/>
              </a:rPr>
              <a:t>Allow organic growth from resource pool</a:t>
            </a:r>
          </a:p>
          <a:p>
            <a:r>
              <a:rPr lang="en-GB" sz="2400" dirty="0">
                <a:solidFill>
                  <a:srgbClr val="612CB0"/>
                </a:solidFill>
                <a:latin typeface="Ming" panose="00000400000000000000" pitchFamily="2" charset="0"/>
                <a:ea typeface="+mj-ea"/>
                <a:cs typeface="+mj-cs"/>
              </a:rPr>
              <a:t>Turn this approach as a living approach</a:t>
            </a:r>
            <a:endParaRPr lang="en-SI" sz="2400" dirty="0">
              <a:solidFill>
                <a:srgbClr val="612CB0"/>
              </a:solidFill>
              <a:latin typeface="Ming" panose="00000400000000000000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44123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arge group of people sitting at tables outside at the Dynamics Minds celebration.">
            <a:extLst>
              <a:ext uri="{FF2B5EF4-FFF2-40B4-BE49-F238E27FC236}">
                <a16:creationId xmlns:a16="http://schemas.microsoft.com/office/drawing/2014/main" id="{10E9DCD6-C6B5-00D7-30BA-C8CFF57BD5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548" b="11159"/>
          <a:stretch/>
        </p:blipFill>
        <p:spPr>
          <a:xfrm>
            <a:off x="20" y="10"/>
            <a:ext cx="12191980" cy="34289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5280F3-7C91-B9ED-B49D-C92EBFAD8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 dirty="0">
                <a:solidFill>
                  <a:srgbClr val="612CB0"/>
                </a:solidFill>
              </a:rPr>
              <a:t>Q &amp; 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D970A5F-84A4-6ABE-37EC-1A04584A575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 wrap="square" anchor="t">
            <a:normAutofit/>
          </a:bodyPr>
          <a:lstStyle/>
          <a:p>
            <a:r>
              <a:rPr lang="en-US" dirty="0"/>
              <a:t>Photo above can be deleted and replaced.</a:t>
            </a:r>
          </a:p>
        </p:txBody>
      </p:sp>
    </p:spTree>
    <p:extLst>
      <p:ext uri="{BB962C8B-B14F-4D97-AF65-F5344CB8AC3E}">
        <p14:creationId xmlns:p14="http://schemas.microsoft.com/office/powerpoint/2010/main" val="74941272"/>
      </p:ext>
    </p:extLst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6B5E-C101-D48B-B4F9-896FBD6C1218}"/>
              </a:ext>
            </a:extLst>
          </p:cNvPr>
          <p:cNvSpPr txBox="1">
            <a:spLocks/>
          </p:cNvSpPr>
          <p:nvPr/>
        </p:nvSpPr>
        <p:spPr>
          <a:xfrm>
            <a:off x="2999656" y="476672"/>
            <a:ext cx="9144000" cy="866477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612CB0"/>
                </a:solidFill>
              </a:rPr>
              <a:t>Thank you for your attention!</a:t>
            </a:r>
            <a:endParaRPr lang="en-SI" dirty="0">
              <a:solidFill>
                <a:srgbClr val="612CB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50F8B-C0CE-8977-A17D-483952EF8461}"/>
              </a:ext>
            </a:extLst>
          </p:cNvPr>
          <p:cNvSpPr txBox="1">
            <a:spLocks/>
          </p:cNvSpPr>
          <p:nvPr/>
        </p:nvSpPr>
        <p:spPr>
          <a:xfrm>
            <a:off x="1631504" y="1484784"/>
            <a:ext cx="9144000" cy="2884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79BA5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79BA5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79BA5"/>
              </a:buClr>
              <a:buFont typeface="Courier New" panose="02070309020205020404" pitchFamily="49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79BA5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79BA5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612CB0"/>
                </a:solidFill>
              </a:rPr>
              <a:t>Neill Riordan</a:t>
            </a:r>
          </a:p>
          <a:p>
            <a:pPr algn="ctr"/>
            <a:r>
              <a:rPr lang="en-US" dirty="0">
                <a:solidFill>
                  <a:srgbClr val="612CB0"/>
                </a:solidFill>
              </a:rPr>
              <a:t>neill.riordan@kpmg.co.uk</a:t>
            </a:r>
          </a:p>
          <a:p>
            <a:pPr algn="ctr"/>
            <a:r>
              <a:rPr lang="en-US" dirty="0">
                <a:solidFill>
                  <a:srgbClr val="612CB0"/>
                </a:solidFill>
              </a:rPr>
              <a:t>https://www.linkedin.com/in/neillriordan/</a:t>
            </a:r>
          </a:p>
          <a:p>
            <a:pPr algn="ctr"/>
            <a:r>
              <a:rPr lang="en-US" dirty="0">
                <a:solidFill>
                  <a:srgbClr val="612CB0"/>
                </a:solidFill>
              </a:rPr>
              <a:t>José Azevedo</a:t>
            </a:r>
          </a:p>
          <a:p>
            <a:pPr algn="ctr"/>
            <a:r>
              <a:rPr lang="en-US" dirty="0">
                <a:solidFill>
                  <a:srgbClr val="612CB0"/>
                </a:solidFill>
              </a:rPr>
              <a:t>maique00@gmail.com</a:t>
            </a:r>
          </a:p>
          <a:p>
            <a:pPr algn="ctr"/>
            <a:r>
              <a:rPr lang="en-US" dirty="0">
                <a:solidFill>
                  <a:srgbClr val="612CB0"/>
                </a:solidFill>
              </a:rPr>
              <a:t>https://www.linkedin.com/in/josemiguelazevedo/</a:t>
            </a:r>
          </a:p>
        </p:txBody>
      </p:sp>
    </p:spTree>
    <p:extLst>
      <p:ext uri="{BB962C8B-B14F-4D97-AF65-F5344CB8AC3E}">
        <p14:creationId xmlns:p14="http://schemas.microsoft.com/office/powerpoint/2010/main" val="2741530247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1448-B1B6-956C-337A-D961957E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dirty="0"/>
              <a:t>KEY DESIGN ELEMENTS</a:t>
            </a:r>
          </a:p>
        </p:txBody>
      </p:sp>
      <p:pic>
        <p:nvPicPr>
          <p:cNvPr id="10" name="Picture 9" descr="The Dynamics Minds Creature logo in black and white.">
            <a:extLst>
              <a:ext uri="{FF2B5EF4-FFF2-40B4-BE49-F238E27FC236}">
                <a16:creationId xmlns:a16="http://schemas.microsoft.com/office/drawing/2014/main" id="{98804301-0C71-437B-C866-469C0F8A6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99" y="955800"/>
            <a:ext cx="2492896" cy="2492896"/>
          </a:xfrm>
          <a:prstGeom prst="rect">
            <a:avLst/>
          </a:prstGeom>
        </p:spPr>
      </p:pic>
      <p:pic>
        <p:nvPicPr>
          <p:cNvPr id="8" name="Picture 7" descr="A black and white drawing of an octopus leg.">
            <a:extLst>
              <a:ext uri="{FF2B5EF4-FFF2-40B4-BE49-F238E27FC236}">
                <a16:creationId xmlns:a16="http://schemas.microsoft.com/office/drawing/2014/main" id="{D4E4F006-6DF5-1C0D-BA6C-83E13B2DD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696" y="1124744"/>
            <a:ext cx="1944216" cy="1944216"/>
          </a:xfrm>
          <a:prstGeom prst="rect">
            <a:avLst/>
          </a:prstGeom>
        </p:spPr>
      </p:pic>
      <p:pic>
        <p:nvPicPr>
          <p:cNvPr id="6" name="Picture 5" descr="A black and white drawing of an octopus leg">
            <a:extLst>
              <a:ext uri="{FF2B5EF4-FFF2-40B4-BE49-F238E27FC236}">
                <a16:creationId xmlns:a16="http://schemas.microsoft.com/office/drawing/2014/main" id="{B6F8B594-5B49-276B-AA57-12023E228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938" y="1076451"/>
            <a:ext cx="1944216" cy="1944216"/>
          </a:xfrm>
          <a:prstGeom prst="rect">
            <a:avLst/>
          </a:prstGeom>
        </p:spPr>
      </p:pic>
      <p:pic>
        <p:nvPicPr>
          <p:cNvPr id="4" name="Picture 3" descr="A black and white drawing of an octopus">
            <a:extLst>
              <a:ext uri="{FF2B5EF4-FFF2-40B4-BE49-F238E27FC236}">
                <a16:creationId xmlns:a16="http://schemas.microsoft.com/office/drawing/2014/main" id="{79D21331-D55C-A500-FB73-CA0DA3C82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352" y="994420"/>
            <a:ext cx="2204864" cy="2204864"/>
          </a:xfrm>
          <a:prstGeom prst="rect">
            <a:avLst/>
          </a:prstGeom>
        </p:spPr>
      </p:pic>
      <p:pic>
        <p:nvPicPr>
          <p:cNvPr id="12" name="Picture 11" descr="Dynamics Mind logo with event details.">
            <a:extLst>
              <a:ext uri="{FF2B5EF4-FFF2-40B4-BE49-F238E27FC236}">
                <a16:creationId xmlns:a16="http://schemas.microsoft.com/office/drawing/2014/main" id="{1FBFE86C-24BA-0FB9-D64B-94FE2239BF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109" y="3253091"/>
            <a:ext cx="2384486" cy="2384486"/>
          </a:xfrm>
          <a:prstGeom prst="rect">
            <a:avLst/>
          </a:prstGeom>
        </p:spPr>
      </p:pic>
      <p:pic>
        <p:nvPicPr>
          <p:cNvPr id="14" name="Picture 13" descr="Dynamics Minds logo">
            <a:extLst>
              <a:ext uri="{FF2B5EF4-FFF2-40B4-BE49-F238E27FC236}">
                <a16:creationId xmlns:a16="http://schemas.microsoft.com/office/drawing/2014/main" id="{55239484-BFF8-B6D5-D3DF-AF85F0015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9991" y="3253091"/>
            <a:ext cx="2276872" cy="2276872"/>
          </a:xfrm>
          <a:prstGeom prst="rect">
            <a:avLst/>
          </a:prstGeom>
        </p:spPr>
      </p:pic>
      <p:sp>
        <p:nvSpPr>
          <p:cNvPr id="19" name="Rectangle 18" descr="Dynamics Minds Logo with a purple background.">
            <a:extLst>
              <a:ext uri="{FF2B5EF4-FFF2-40B4-BE49-F238E27FC236}">
                <a16:creationId xmlns:a16="http://schemas.microsoft.com/office/drawing/2014/main" id="{F6796161-97E4-1B26-1302-E5CCD2435FD0}"/>
              </a:ext>
            </a:extLst>
          </p:cNvPr>
          <p:cNvSpPr/>
          <p:nvPr/>
        </p:nvSpPr>
        <p:spPr>
          <a:xfrm>
            <a:off x="6096000" y="3112666"/>
            <a:ext cx="2736303" cy="2620590"/>
          </a:xfrm>
          <a:prstGeom prst="rect">
            <a:avLst/>
          </a:prstGeom>
          <a:gradFill flip="none" rotWithShape="1">
            <a:gsLst>
              <a:gs pos="0">
                <a:srgbClr val="612CB0">
                  <a:tint val="66000"/>
                  <a:satMod val="160000"/>
                </a:srgbClr>
              </a:gs>
              <a:gs pos="50000">
                <a:srgbClr val="612CB0">
                  <a:tint val="44500"/>
                  <a:satMod val="160000"/>
                </a:srgbClr>
              </a:gs>
              <a:gs pos="100000">
                <a:srgbClr val="612CB0">
                  <a:tint val="23500"/>
                  <a:satMod val="160000"/>
                </a:srgbClr>
              </a:gs>
            </a:gsLst>
            <a:lin ang="189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R" sz="1200" dirty="0">
              <a:solidFill>
                <a:schemeClr val="bg2"/>
              </a:solidFill>
            </a:endParaRPr>
          </a:p>
        </p:txBody>
      </p:sp>
      <p:pic>
        <p:nvPicPr>
          <p:cNvPr id="16" name="Picture 15" descr="A white Dynamics Minds logo with a purple background.">
            <a:extLst>
              <a:ext uri="{FF2B5EF4-FFF2-40B4-BE49-F238E27FC236}">
                <a16:creationId xmlns:a16="http://schemas.microsoft.com/office/drawing/2014/main" id="{C3C75CED-4D74-CEF7-2709-A09FF9FA61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6938" y="3199284"/>
            <a:ext cx="2384487" cy="2384487"/>
          </a:xfrm>
          <a:prstGeom prst="rect">
            <a:avLst/>
          </a:prstGeom>
        </p:spPr>
      </p:pic>
      <p:pic>
        <p:nvPicPr>
          <p:cNvPr id="18" name="Picture 17" descr="Black and white Dynamics Minds logo">
            <a:extLst>
              <a:ext uri="{FF2B5EF4-FFF2-40B4-BE49-F238E27FC236}">
                <a16:creationId xmlns:a16="http://schemas.microsoft.com/office/drawing/2014/main" id="{A6685B3F-543A-9290-9DBC-C81AA20EEF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4352" y="3199284"/>
            <a:ext cx="2204864" cy="220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04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9C7A44-C590-E68A-DBE6-1C41A9F1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3AC8A-520B-6364-F622-050681422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341" y="1007554"/>
            <a:ext cx="3227584" cy="24037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19FCBA7-7A4D-1FF8-D27B-CD0A477C41F7}"/>
              </a:ext>
            </a:extLst>
          </p:cNvPr>
          <p:cNvGrpSpPr/>
          <p:nvPr/>
        </p:nvGrpSpPr>
        <p:grpSpPr>
          <a:xfrm>
            <a:off x="1343472" y="2780928"/>
            <a:ext cx="1152128" cy="905803"/>
            <a:chOff x="1377485" y="2359586"/>
            <a:chExt cx="1152128" cy="9058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8B82D37-5A7D-8FB8-2CF3-C970BB541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1599" y="2359586"/>
              <a:ext cx="723900" cy="7315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5A8427-3BD1-71CA-9E3E-863BF1653FF5}"/>
                </a:ext>
              </a:extLst>
            </p:cNvPr>
            <p:cNvSpPr txBox="1"/>
            <p:nvPr/>
          </p:nvSpPr>
          <p:spPr>
            <a:xfrm>
              <a:off x="1377485" y="2980380"/>
              <a:ext cx="1152128" cy="2850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dirty="0" err="1">
                  <a:solidFill>
                    <a:schemeClr val="bg2"/>
                  </a:solidFill>
                </a:rPr>
                <a:t>OneLake</a:t>
              </a:r>
              <a:endParaRPr lang="en-GB" dirty="0">
                <a:solidFill>
                  <a:schemeClr val="bg2"/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8EEA9C7-2BCD-D85F-0B4F-61767B128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556" y="3542715"/>
            <a:ext cx="3312369" cy="24669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D2608B-2333-6AA4-352F-8EABA9AC5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60" y="3542715"/>
            <a:ext cx="3312369" cy="2466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215A46-D4D7-24E8-B8E9-F6C61D702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61" y="975982"/>
            <a:ext cx="3312369" cy="2466914"/>
          </a:xfrm>
          <a:prstGeom prst="rect">
            <a:avLst/>
          </a:prstGeom>
        </p:spPr>
      </p:pic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AABCEC83-3DFD-CE27-E118-FDFAD4354A55}"/>
              </a:ext>
            </a:extLst>
          </p:cNvPr>
          <p:cNvSpPr/>
          <p:nvPr/>
        </p:nvSpPr>
        <p:spPr>
          <a:xfrm rot="10800000">
            <a:off x="2749435" y="2822635"/>
            <a:ext cx="829901" cy="864096"/>
          </a:xfrm>
          <a:prstGeom prst="stripedRightArrow">
            <a:avLst/>
          </a:prstGeom>
          <a:solidFill>
            <a:schemeClr val="tx2">
              <a:lumMod val="9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1434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7.1.4619"/>
  <p:tag name="SLIDO_PRESENTATION_ID" val="00000000-0000-0000-0000-000000000000"/>
  <p:tag name="SLIDO_EVENT_UUID" val="0e5a8b0b-59ea-4652-b5b3-1a36b7deee25"/>
  <p:tag name="SLIDO_EVENT_SECTION_UUID" val="dd3ec92b-595e-45d0-8aaf-29058316c28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TY1NDUyNTZ9"/>
  <p:tag name="SLIDO_TYPE" val="SlidoPoll"/>
  <p:tag name="SLIDO_POLL_UUID" val="46389dc7-d3ab-4542-ac18-01cbdd2e0327"/>
  <p:tag name="SLIDO_TIMELINE" val="W3sic2NyZWVuIjoiU3VydmV5SW50cm8iLCJzaG93UmVzdWx0cyI6ZmFsc2UsInNob3dDb3JyZWN0QW5zd2VycyI6ZmFsc2UsInZvdGluZ0xvY2tlZCI6ZmFsc2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Surve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Dynamics Minds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DA3A637B-7A20-431F-8910-6F078BD4F9D1}" vid="{36CF23ED-794A-4DFA-83FC-48A80F96D9A9}"/>
    </a:ext>
  </a:extLst>
</a:theme>
</file>

<file path=ppt/theme/theme2.xml><?xml version="1.0" encoding="utf-8"?>
<a:theme xmlns:a="http://schemas.openxmlformats.org/drawingml/2006/main" name="Office Them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3A2CABFDE9434B888FE9FD3D9AC681" ma:contentTypeVersion="21" ma:contentTypeDescription="Ustvari nov dokument." ma:contentTypeScope="" ma:versionID="c5d06356318e41c2503825b7c927187c">
  <xsd:schema xmlns:xsd="http://www.w3.org/2001/XMLSchema" xmlns:xs="http://www.w3.org/2001/XMLSchema" xmlns:p="http://schemas.microsoft.com/office/2006/metadata/properties" xmlns:ns2="57389d9a-de23-44f7-b68d-8aeda9d70918" xmlns:ns3="793b44b8-6629-42b0-8d6f-57790ce798ea" targetNamespace="http://schemas.microsoft.com/office/2006/metadata/properties" ma:root="true" ma:fieldsID="100c91ad880ba12df2cc477e4f31e762" ns2:_="" ns3:_="">
    <xsd:import namespace="57389d9a-de23-44f7-b68d-8aeda9d70918"/>
    <xsd:import namespace="793b44b8-6629-42b0-8d6f-57790ce798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DocentricAXVersio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89d9a-de23-44f7-b68d-8aeda9d709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ocentricAXVersion" ma:index="19" nillable="true" ma:displayName="Docentric AX Version" ma:format="Dropdown" ma:internalName="DocentricAXVersion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Oznake slike" ma:readOnly="false" ma:fieldId="{5cf76f15-5ced-4ddc-b409-7134ff3c332f}" ma:taxonomyMulti="true" ma:sspId="654b9dce-221a-4eab-a3a3-6e3e5b25b9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b44b8-6629-42b0-8d6f-57790ce798e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V skupni rabi z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V skupni rabi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3dbe39-6092-479f-938d-6ecd38679f76}" ma:internalName="TaxCatchAll" ma:showField="CatchAllData" ma:web="793b44b8-6629-42b0-8d6f-57790ce798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93b44b8-6629-42b0-8d6f-57790ce798ea" xsi:nil="true"/>
    <lcf76f155ced4ddcb4097134ff3c332f xmlns="57389d9a-de23-44f7-b68d-8aeda9d70918">
      <Terms xmlns="http://schemas.microsoft.com/office/infopath/2007/PartnerControls"/>
    </lcf76f155ced4ddcb4097134ff3c332f>
    <DocentricAXVersion xmlns="57389d9a-de23-44f7-b68d-8aeda9d70918" xsi:nil="true"/>
    <SharedWithUsers xmlns="793b44b8-6629-42b0-8d6f-57790ce798ea">
      <UserInfo>
        <DisplayName>Mira Razman</DisplayName>
        <AccountId>1488</AccountId>
        <AccountType/>
      </UserInfo>
      <UserInfo>
        <DisplayName>Ivan Kaselj</DisplayName>
        <AccountId>2332</AccountId>
        <AccountType/>
      </UserInfo>
      <UserInfo>
        <DisplayName>Albin Lotrič</DisplayName>
        <AccountId>64</AccountId>
        <AccountType/>
      </UserInfo>
      <UserInfo>
        <DisplayName>Miha Vuk</DisplayName>
        <AccountId>48</AccountId>
        <AccountType/>
      </UserInfo>
      <UserInfo>
        <DisplayName>Kristina Radomirović Maček</DisplayName>
        <AccountId>1339</AccountId>
        <AccountType/>
      </UserInfo>
      <UserInfo>
        <DisplayName>Ana Gligorijević</DisplayName>
        <AccountId>44</AccountId>
        <AccountType/>
      </UserInfo>
      <UserInfo>
        <DisplayName>Speakers DynamicsMinds</DisplayName>
        <AccountId>2819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7E3F7B55-B3CF-4235-85B6-4331637360B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7389d9a-de23-44f7-b68d-8aeda9d70918"/>
    <ds:schemaRef ds:uri="793b44b8-6629-42b0-8d6f-57790ce798e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0E8224-4482-44D9-819B-D382F51880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0FDFB1-5111-401F-ABB1-B0C3FD255735}">
  <ds:schemaRefs>
    <ds:schemaRef ds:uri="57389d9a-de23-44f7-b68d-8aeda9d70918"/>
    <ds:schemaRef ds:uri="http://www.w3.org/XML/1998/namespace"/>
    <ds:schemaRef ds:uri="http://schemas.microsoft.com/office/2006/metadata/properties"/>
    <ds:schemaRef ds:uri="793b44b8-6629-42b0-8d6f-57790ce798ea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TEMPLATE_Track_SpeakerFullName_SessionTitle</Template>
  <TotalTime>833</TotalTime>
  <Words>556</Words>
  <Application>Microsoft Office PowerPoint</Application>
  <PresentationFormat>Widescreen</PresentationFormat>
  <Paragraphs>131</Paragraphs>
  <Slides>28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Dynamics Minds template</vt:lpstr>
      <vt:lpstr>PowerPoint Presentation</vt:lpstr>
      <vt:lpstr>Mastering D365 Implementations with Azure synergy - Empowering the Future of Solution Architects v3.0</vt:lpstr>
      <vt:lpstr>Agenda</vt:lpstr>
      <vt:lpstr>PowerPoint Presentation</vt:lpstr>
      <vt:lpstr>Solution Architecture</vt:lpstr>
      <vt:lpstr>Solution Architecture Definition</vt:lpstr>
      <vt:lpstr>Solution Architecture – The Role &amp; the challenge</vt:lpstr>
      <vt:lpstr>Holistic View</vt:lpstr>
      <vt:lpstr>Holistic View</vt:lpstr>
      <vt:lpstr>PowerPoint Presentation</vt:lpstr>
      <vt:lpstr>PowerPoint Presentation</vt:lpstr>
      <vt:lpstr>Journey</vt:lpstr>
      <vt:lpstr>PowerPoint Presentation</vt:lpstr>
      <vt:lpstr>The Scope of Dynamics 365</vt:lpstr>
      <vt:lpstr>Integrations are the Star</vt:lpstr>
      <vt:lpstr>PowerPoint Presentation</vt:lpstr>
      <vt:lpstr>On to the Data</vt:lpstr>
      <vt:lpstr>Its not just one data platform</vt:lpstr>
      <vt:lpstr>PowerPoint Presentation</vt:lpstr>
      <vt:lpstr>The Solutions Continues to Grow</vt:lpstr>
      <vt:lpstr>The Multi Instance Multiplier</vt:lpstr>
      <vt:lpstr>Landing Zones the True Starting Point</vt:lpstr>
      <vt:lpstr>Key Take Aways</vt:lpstr>
      <vt:lpstr>PowerPoint Presentation</vt:lpstr>
      <vt:lpstr>Q &amp; A</vt:lpstr>
      <vt:lpstr>PowerPoint Presentation</vt:lpstr>
      <vt:lpstr>KEY DESIGN ELEMENTS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Dynamics 365 and Power Platform Conference</dc:title>
  <dc:creator>Kristina Radomirović Maček</dc:creator>
  <cp:lastModifiedBy>Azevedo,  Jose</cp:lastModifiedBy>
  <cp:revision>8</cp:revision>
  <cp:lastPrinted>2018-09-10T14:53:10Z</cp:lastPrinted>
  <dcterms:created xsi:type="dcterms:W3CDTF">2024-04-04T14:28:20Z</dcterms:created>
  <dcterms:modified xsi:type="dcterms:W3CDTF">2025-03-03T15:38:48Z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e70ee2-0cb4-4d60-aee5-75ef2c4c8a90_Enabled">
    <vt:lpwstr>True</vt:lpwstr>
  </property>
  <property fmtid="{D5CDD505-2E9C-101B-9397-08002B2CF9AE}" pid="3" name="MSIP_Label_7de70ee2-0cb4-4d60-aee5-75ef2c4c8a90_SiteId">
    <vt:lpwstr>945c199a-83a2-4e80-9f8c-5a91be5752dd</vt:lpwstr>
  </property>
  <property fmtid="{D5CDD505-2E9C-101B-9397-08002B2CF9AE}" pid="4" name="MSIP_Label_7de70ee2-0cb4-4d60-aee5-75ef2c4c8a90_Owner">
    <vt:lpwstr>Denise.Leblanc@dell.com</vt:lpwstr>
  </property>
  <property fmtid="{D5CDD505-2E9C-101B-9397-08002B2CF9AE}" pid="5" name="MSIP_Label_7de70ee2-0cb4-4d60-aee5-75ef2c4c8a90_SetDate">
    <vt:lpwstr>2020-12-08T14:27:20.7006711Z</vt:lpwstr>
  </property>
  <property fmtid="{D5CDD505-2E9C-101B-9397-08002B2CF9AE}" pid="6" name="MSIP_Label_7de70ee2-0cb4-4d60-aee5-75ef2c4c8a90_Name">
    <vt:lpwstr>Internal Use</vt:lpwstr>
  </property>
  <property fmtid="{D5CDD505-2E9C-101B-9397-08002B2CF9AE}" pid="7" name="MSIP_Label_7de70ee2-0cb4-4d60-aee5-75ef2c4c8a90_Application">
    <vt:lpwstr>Microsoft Azure Information Protection</vt:lpwstr>
  </property>
  <property fmtid="{D5CDD505-2E9C-101B-9397-08002B2CF9AE}" pid="8" name="MSIP_Label_7de70ee2-0cb4-4d60-aee5-75ef2c4c8a90_ActionId">
    <vt:lpwstr>493a9c59-0ea0-4b21-bc93-02385592a54b</vt:lpwstr>
  </property>
  <property fmtid="{D5CDD505-2E9C-101B-9397-08002B2CF9AE}" pid="9" name="MSIP_Label_7de70ee2-0cb4-4d60-aee5-75ef2c4c8a90_Extended_MSFT_Method">
    <vt:lpwstr>Manual</vt:lpwstr>
  </property>
  <property fmtid="{D5CDD505-2E9C-101B-9397-08002B2CF9AE}" pid="10" name="MSIP_Label_da6fab74-d5af-4af7-a9a4-78d84655a626_Enabled">
    <vt:lpwstr>True</vt:lpwstr>
  </property>
  <property fmtid="{D5CDD505-2E9C-101B-9397-08002B2CF9AE}" pid="11" name="MSIP_Label_da6fab74-d5af-4af7-a9a4-78d84655a626_SiteId">
    <vt:lpwstr>945c199a-83a2-4e80-9f8c-5a91be5752dd</vt:lpwstr>
  </property>
  <property fmtid="{D5CDD505-2E9C-101B-9397-08002B2CF9AE}" pid="12" name="MSIP_Label_da6fab74-d5af-4af7-a9a4-78d84655a626_Owner">
    <vt:lpwstr>Denise.Leblanc@dell.com</vt:lpwstr>
  </property>
  <property fmtid="{D5CDD505-2E9C-101B-9397-08002B2CF9AE}" pid="13" name="MSIP_Label_da6fab74-d5af-4af7-a9a4-78d84655a626_SetDate">
    <vt:lpwstr>2020-12-08T14:27:20.7006711Z</vt:lpwstr>
  </property>
  <property fmtid="{D5CDD505-2E9C-101B-9397-08002B2CF9AE}" pid="14" name="MSIP_Label_da6fab74-d5af-4af7-a9a4-78d84655a626_Name">
    <vt:lpwstr>Visual Marking</vt:lpwstr>
  </property>
  <property fmtid="{D5CDD505-2E9C-101B-9397-08002B2CF9AE}" pid="15" name="MSIP_Label_da6fab74-d5af-4af7-a9a4-78d84655a626_Application">
    <vt:lpwstr>Microsoft Azure Information Protection</vt:lpwstr>
  </property>
  <property fmtid="{D5CDD505-2E9C-101B-9397-08002B2CF9AE}" pid="16" name="MSIP_Label_da6fab74-d5af-4af7-a9a4-78d84655a626_ActionId">
    <vt:lpwstr>493a9c59-0ea0-4b21-bc93-02385592a54b</vt:lpwstr>
  </property>
  <property fmtid="{D5CDD505-2E9C-101B-9397-08002B2CF9AE}" pid="17" name="MSIP_Label_da6fab74-d5af-4af7-a9a4-78d84655a626_Parent">
    <vt:lpwstr>7de70ee2-0cb4-4d60-aee5-75ef2c4c8a90</vt:lpwstr>
  </property>
  <property fmtid="{D5CDD505-2E9C-101B-9397-08002B2CF9AE}" pid="18" name="MSIP_Label_da6fab74-d5af-4af7-a9a4-78d84655a626_Extended_MSFT_Method">
    <vt:lpwstr>Manual</vt:lpwstr>
  </property>
  <property fmtid="{D5CDD505-2E9C-101B-9397-08002B2CF9AE}" pid="19" name="aiplabel">
    <vt:lpwstr>Internal Use Visual Marking</vt:lpwstr>
  </property>
  <property fmtid="{D5CDD505-2E9C-101B-9397-08002B2CF9AE}" pid="20" name="ContentTypeId">
    <vt:lpwstr>0x0101001B3A2CABFDE9434B888FE9FD3D9AC681</vt:lpwstr>
  </property>
  <property fmtid="{D5CDD505-2E9C-101B-9397-08002B2CF9AE}" pid="21" name="TaxKeyword">
    <vt:lpwstr/>
  </property>
  <property fmtid="{D5CDD505-2E9C-101B-9397-08002B2CF9AE}" pid="22" name="MediaServiceImageTags">
    <vt:lpwstr/>
  </property>
  <property fmtid="{D5CDD505-2E9C-101B-9397-08002B2CF9AE}" pid="23" name="SlidoAppVersion">
    <vt:lpwstr>1.7.1.4619</vt:lpwstr>
  </property>
</Properties>
</file>